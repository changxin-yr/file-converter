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<?xml version="1.0" encoding="UTF-8"?><Relationships xmlns="http://schemas.openxmlformats.org/package/2006/relationships"><Relationship Type="http://schemas.openxmlformats.org/package/2006/relationships/metadata/core-properties" Target="/docProps/core.xml" Id="R215e3beeea394759"/><Relationship Type="http://schemas.openxmlformats.org/officeDocument/2006/relationships/extended-properties" Target="/docProps/app.xml" Id="R85b7d6625e5c4e62"/><Relationship Type="http://schemas.openxmlformats.org/officeDocument/2006/relationships/officeDocument" Target="/ppt/presentation.xml" Id="R812904df75734e69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8f3c314c61425b"/>
  </p:sldMasterIdLst>
  <p:notesMasterIdLst>
    <p:notesMasterId xmlns:r="http://schemas.openxmlformats.org/officeDocument/2006/relationships" r:id="R6778065195974db6"/>
  </p:notesMasterIdLst>
  <p:sldIdLst>
    <p:sldId xmlns:r="http://schemas.openxmlformats.org/officeDocument/2006/relationships" id="256" r:id="R0459129a9bdb4283"/>
    <p:sldId xmlns:r="http://schemas.openxmlformats.org/officeDocument/2006/relationships" id="257" r:id="Rb04ee092c3cb457a"/>
    <p:sldId xmlns:r="http://schemas.openxmlformats.org/officeDocument/2006/relationships" id="258" r:id="R02856c3cb31b466d"/>
    <p:sldId xmlns:r="http://schemas.openxmlformats.org/officeDocument/2006/relationships" id="259" r:id="Re791d410104546d9"/>
    <p:sldId xmlns:r="http://schemas.openxmlformats.org/officeDocument/2006/relationships" id="260" r:id="R3ce4d5144abf453f"/>
    <p:sldId xmlns:r="http://schemas.openxmlformats.org/officeDocument/2006/relationships" id="261" r:id="Ra262ac4fd09a476e"/>
    <p:sldId xmlns:r="http://schemas.openxmlformats.org/officeDocument/2006/relationships" id="262" r:id="R4e813a5f590c4ac1"/>
    <p:sldId xmlns:r="http://schemas.openxmlformats.org/officeDocument/2006/relationships" id="263" r:id="Rb6be065ebedd4ba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"1.0" encoding="UTF-8"?><Relationships xmlns="http://schemas.openxmlformats.org/package/2006/relationships"><Relationship Type="http://schemas.openxmlformats.org/officeDocument/2006/relationships/theme" Target="/ppt/theme/theme1.xml" Id="Rf0f3387756b64afe"/><Relationship Type="http://schemas.openxmlformats.org/officeDocument/2006/relationships/slideMaster" Target="/ppt/slideMasters/slideMaster1.xml" Id="Ra58f3c314c61425b"/><Relationship Type="http://schemas.openxmlformats.org/officeDocument/2006/relationships/notesMaster" Target="/ppt/notesMasters/notesMaster1.xml" Id="R6778065195974db6"/><Relationship Type="http://schemas.openxmlformats.org/officeDocument/2006/relationships/presProps" Target="/ppt/presProps.xml" Id="R06e9f504c749495b"/><Relationship Type="http://schemas.openxmlformats.org/officeDocument/2006/relationships/viewProps" Target="/ppt/viewProps.xml" Id="R7d185e5da2224436"/><Relationship Type="http://schemas.openxmlformats.org/officeDocument/2006/relationships/tableStyles" Target="/ppt/tableStyles.xml" Id="Raaf51f7ad4d24041"/><Relationship Type="http://schemas.openxmlformats.org/officeDocument/2006/relationships/slide" Target="/ppt/slides/slide1.xml" Id="R0459129a9bdb4283"/><Relationship Type="http://schemas.openxmlformats.org/officeDocument/2006/relationships/slide" Target="/ppt/slides/slide2.xml" Id="Rb04ee092c3cb457a"/><Relationship Type="http://schemas.openxmlformats.org/officeDocument/2006/relationships/slide" Target="/ppt/slides/slide3.xml" Id="R02856c3cb31b466d"/><Relationship Type="http://schemas.openxmlformats.org/officeDocument/2006/relationships/slide" Target="/ppt/slides/slide4.xml" Id="Re791d410104546d9"/><Relationship Type="http://schemas.openxmlformats.org/officeDocument/2006/relationships/slide" Target="/ppt/slides/slide5.xml" Id="R3ce4d5144abf453f"/><Relationship Type="http://schemas.openxmlformats.org/officeDocument/2006/relationships/slide" Target="/ppt/slides/slide6.xml" Id="Ra262ac4fd09a476e"/><Relationship Type="http://schemas.openxmlformats.org/officeDocument/2006/relationships/slide" Target="/ppt/slides/slide7.xml" Id="R4e813a5f590c4ac1"/><Relationship Type="http://schemas.openxmlformats.org/officeDocument/2006/relationships/slide" Target="/ppt/slides/slide8.xml" Id="Rb6be065ebedd4baf"/></Relationships>
</file>

<file path=ppt/notesMasters/_rels/notesMaster1.xml.rels><?xml version="1.0" encoding="UTF-8"?><Relationships xmlns="http://schemas.openxmlformats.org/package/2006/relationships"><Relationship Type="http://schemas.openxmlformats.org/officeDocument/2006/relationships/theme" Target="/ppt/notesMasters/theme/theme3.xml" Id="Ra1408ba6f58b43cb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"1.0" encoding="UTF-8"?><Relationships xmlns="http://schemas.openxmlformats.org/package/2006/relationships"><Relationship Type="http://schemas.openxmlformats.org/officeDocument/2006/relationships/slide" Target="/ppt/slides/slide1.xml" Id="R6c659db295fd4afd"/><Relationship Type="http://schemas.openxmlformats.org/officeDocument/2006/relationships/notesMaster" Target="/ppt/notesMasters/notesMaster1.xml" Id="Rce986227fa2f46e0"/></Relationships>
</file>

<file path=ppt/notesSlides/_rels/notesSlide2.xml.rels><?xml version="1.0" encoding="UTF-8"?><Relationships xmlns="http://schemas.openxmlformats.org/package/2006/relationships"><Relationship Type="http://schemas.openxmlformats.org/officeDocument/2006/relationships/slide" Target="/ppt/slides/slide2.xml" Id="Rd5492a5ef350442a"/><Relationship Type="http://schemas.openxmlformats.org/officeDocument/2006/relationships/notesMaster" Target="/ppt/notesMasters/notesMaster1.xml" Id="Rc1926ca516fb40ab"/></Relationships>
</file>

<file path=ppt/notesSlides/_rels/notesSlide3.xml.rels><?xml version="1.0" encoding="UTF-8"?><Relationships xmlns="http://schemas.openxmlformats.org/package/2006/relationships"><Relationship Type="http://schemas.openxmlformats.org/officeDocument/2006/relationships/slide" Target="/ppt/slides/slide3.xml" Id="R357dd8ed4849459e"/><Relationship Type="http://schemas.openxmlformats.org/officeDocument/2006/relationships/notesMaster" Target="/ppt/notesMasters/notesMaster1.xml" Id="R919a7f12bc6546c2"/></Relationships>
</file>

<file path=ppt/notesSlides/_rels/notesSlide4.xml.rels><?xml version="1.0" encoding="UTF-8"?><Relationships xmlns="http://schemas.openxmlformats.org/package/2006/relationships"><Relationship Type="http://schemas.openxmlformats.org/officeDocument/2006/relationships/slide" Target="/ppt/slides/slide4.xml" Id="Rfc2d24e62be74fee"/><Relationship Type="http://schemas.openxmlformats.org/officeDocument/2006/relationships/notesMaster" Target="/ppt/notesMasters/notesMaster1.xml" Id="R863e4f021f4d4178"/></Relationships>
</file>

<file path=ppt/notesSlides/_rels/notesSlide5.xml.rels><?xml version="1.0" encoding="UTF-8"?><Relationships xmlns="http://schemas.openxmlformats.org/package/2006/relationships"><Relationship Type="http://schemas.openxmlformats.org/officeDocument/2006/relationships/slide" Target="/ppt/slides/slide5.xml" Id="R93ff9314876743c2"/><Relationship Type="http://schemas.openxmlformats.org/officeDocument/2006/relationships/notesMaster" Target="/ppt/notesMasters/notesMaster1.xml" Id="R54cfa0a909e24e2e"/></Relationships>
</file>

<file path=ppt/notesSlides/_rels/notesSlide6.xml.rels><?xml version="1.0" encoding="UTF-8"?><Relationships xmlns="http://schemas.openxmlformats.org/package/2006/relationships"><Relationship Type="http://schemas.openxmlformats.org/officeDocument/2006/relationships/slide" Target="/ppt/slides/slide6.xml" Id="Reb8d4c3e9ab0408d"/><Relationship Type="http://schemas.openxmlformats.org/officeDocument/2006/relationships/notesMaster" Target="/ppt/notesMasters/notesMaster1.xml" Id="R18cb1bcc59ad469f"/></Relationships>
</file>

<file path=ppt/notesSlides/_rels/notesSlide7.xml.rels><?xml version="1.0" encoding="UTF-8"?><Relationships xmlns="http://schemas.openxmlformats.org/package/2006/relationships"><Relationship Type="http://schemas.openxmlformats.org/officeDocument/2006/relationships/slide" Target="/ppt/slides/slide7.xml" Id="R7bfaf67c515844c7"/><Relationship Type="http://schemas.openxmlformats.org/officeDocument/2006/relationships/notesMaster" Target="/ppt/notesMasters/notesMaster1.xml" Id="R4df7a2a9650e427d"/></Relationships>
</file>

<file path=ppt/notesSlides/_rels/notesSlide8.xml.rels><?xml version="1.0" encoding="UTF-8"?><Relationships xmlns="http://schemas.openxmlformats.org/package/2006/relationships"><Relationship Type="http://schemas.openxmlformats.org/officeDocument/2006/relationships/slide" Target="/ppt/slides/slide8.xml" Id="Raae6d1753a7f4376"/><Relationship Type="http://schemas.openxmlformats.org/officeDocument/2006/relationships/notesMaster" Target="/ppt/notesMasters/notesMaster1.xml" Id="R8fb341d804b547a3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7e6f65969566402f"/><Relationship Type="http://schemas.openxmlformats.org/officeDocument/2006/relationships/image" Target="/ppt/media/image.png" Id="R0b3ebc19f3c74ec1"/></Relationships>
</file>

<file path=ppt/slideLayouts/_rels/slideLayout2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122e2209cd194d64"/><Relationship Type="http://schemas.openxmlformats.org/officeDocument/2006/relationships/image" Target="/ppt/media/image2.png" Id="Rb018d4a4b2c345e4"/><Relationship Type="http://schemas.openxmlformats.org/officeDocument/2006/relationships/image" Target="/ppt/media/image3.png" Id="Rdacb7fd0915e4959"/><Relationship Type="http://schemas.openxmlformats.org/officeDocument/2006/relationships/image" Target="/ppt/media/image4.png" Id="Rd5e2e6c38eef4caa"/></Relationships>
</file>

<file path=ppt/slideLayouts/_rels/slideLayout3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65c35680224648af"/></Relationships>
</file>

<file path=ppt/slideLayouts/_rels/slideLayout4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0e06df6cab714450"/></Relationships>
</file>

<file path=ppt/slideLayouts/_rels/slideLayout5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660272fb9474429e"/><Relationship Type="http://schemas.openxmlformats.org/officeDocument/2006/relationships/image" Target="/ppt/media/image5.png" Id="Rc91bfb0424bf4fbf"/></Relationships>
</file>

<file path=ppt/slideLayouts/_rels/slideLayout6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f90aee44a1e842ca"/><Relationship Type="http://schemas.openxmlformats.org/officeDocument/2006/relationships/image" Target="/ppt/media/image6.png" Id="R995da2dd259042a7"/><Relationship Type="http://schemas.openxmlformats.org/officeDocument/2006/relationships/image" Target="/ppt/media/image5.png" Id="Ra57d2ecb61b24127"/></Relationships>
</file>

<file path=ppt/slideLayouts/_rels/slideLayout7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0ab5a7e2b1d24b0a"/></Relationships>
</file>

<file path=ppt/slideLayouts/_rels/slideLayout8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f835cd02cb2f4926"/></Relationships>
</file>

<file path=ppt/slideLayouts/_rels/slideLayout9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6e332dec4f4e44da"/></Relationships>
</file>

<file path=ppt/slideLayouts/_rels/slideLayout10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605c13de1fe345f8"/></Relationships>
</file>

<file path=ppt/slideLayouts/_rels/slideLayout11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36a07d66ced6483a"/></Relationships>
</file>

<file path=ppt/slideLayouts/_rels/slideLayout12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ca10d4a1a6ce467d"/></Relationships>
</file>

<file path=ppt/slideLayouts/_rels/slideLayout13.xml.rels><?xml version="1.0" encoding="UTF-8"?><Relationships xmlns="http://schemas.openxmlformats.org/package/2006/relationships"><Relationship Type="http://schemas.openxmlformats.org/officeDocument/2006/relationships/slideMaster" Target="/ppt/slideMasters/slideMaster1.xml" Id="Rdc5b27a624144648"/></Relationships>
</file>

<file path=ppt/slideLayouts/slideLayout1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51A5C38C-11EF-434A-B992-5D91EECCFD9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pic>
        <p:nvPicPr>
          <p:cNvPr id="9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ebc19f3c74ec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710" y="304165"/>
            <a:ext cx="3564890" cy="1234440"/>
          </a:xfrm>
          <a:prstGeom xmlns:a="http://schemas.openxmlformats.org/drawingml/2006/main" prst="rect">
            <a:avLst/>
          </a:prstGeom>
        </p:spPr>
      </p:pic>
      <p:sp>
        <p:nvSpPr>
          <p:cNvPr id="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6846631B-E8D4-48D7-8F5B-0D89BDB7C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635" y="6367145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solidFill>
                <a:schemeClr val="bg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30884EEA-6F80-48FA-89D3-E6E77924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4445" y="6685280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chemeClr val="bg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2.xml><?xml version="1.0" encoding="utf-8"?>
<p:sldLayout xmlns:p="http://schemas.openxmlformats.org/presentationml/2006/main" type="titleOnly">
  <p:cSld name="FM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图片 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018d4a4b2c345e4">
            <a:alphaModFix amt="20000"/>
          </a:blip>
          <a:srcRect xmlns:a="http://schemas.openxmlformats.org/drawingml/2006/main" l="0" t="0" r="0" b="132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546126" y="0"/>
            <a:ext cx="4151671" cy="5794408"/>
          </a:xfrm>
          <a:prstGeom xmlns:a="http://schemas.openxmlformats.org/drawingml/2006/main" prst="rect">
            <a:avLst/>
          </a:prstGeom>
        </p:spPr>
      </p:pic>
      <p:sp>
        <p:nvSpPr>
          <p:cNvPr id="10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23CB03A-45B8-48D0-ABDA-CC930EEB3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936B2580-DACB-4493-B591-89AD09A29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pic>
        <p:nvPicPr>
          <p:cNvPr id="18" name="图片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b7fd0915e4959">
            <a:alphaModFix amt="21000"/>
          </a:blip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261146"/>
            <a:ext cx="2999678" cy="4133416"/>
          </a:xfrm>
          <a:prstGeom xmlns:a="http://schemas.openxmlformats.org/drawingml/2006/main" prst="rect">
            <a:avLst/>
          </a:prstGeom>
        </p:spPr>
      </p:pic>
      <p:pic>
        <p:nvPicPr>
          <p:cNvPr id="19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e2e6c38eef4ca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273" y="0"/>
            <a:ext cx="3483086" cy="130615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3.xml><?xml version="1.0" encoding="utf-8"?>
<p:sldLayout xmlns:p="http://schemas.openxmlformats.org/presentationml/2006/main" showMasterSp="0" type="title">
  <p:cSld name="1_标题幻灯片">
    <p:bg>
      <p:bgPr>
        <a:solidFill xmlns:a="http://schemas.openxmlformats.org/drawingml/2006/main">
          <a:schemeClr val="bg1">
            <a:alpha val="0"/>
          </a:schemeClr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9E5D5DA-862B-407B-A119-99CE46322A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45008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l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obj">
  <p:cSld name="标题和内容">
    <p:bg>
      <p:bgPr>
        <a:solidFill xmlns:a="http://schemas.openxmlformats.org/drawingml/2006/main">
          <a:srgbClr val="08A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861FB9D-78AB-4F8B-891C-9BBC854551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>
  <p:cSld name="节标题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文本框 14">
            <a:extLst xmlns:a="http://schemas.openxmlformats.org/drawingml/2006/main">
              <a:ext uri="{FF2B5EF4-FFF2-40B4-BE49-F238E27FC236}">
                <a16:creationId xmlns:a16="http://schemas.microsoft.com/office/drawing/2014/main" id="{FDF633F1-4620-4324-8717-488CA671D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9CB4BAB1-7D4D-4F20-BBF0-B962FC1B0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B6970B2-672F-4CC3-B3FE-FE56348C2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4724400" y="6356350"/>
            <a:ext cx="2743200" cy="365125"/>
          </a:xfrm>
        </p:spPr>
        <p:txBody>
          <a:bodyPr xmlns:a="http://schemas.openxmlformats.org/drawingml/2006/main"/>
          <a:lstStyle xmlns:a="http://schemas.openxmlformats.org/drawingml/2006/main">
            <a:lvl1pPr algn="ctr"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8" name="文本占位符 9">
            <a:extLst xmlns:a="http://schemas.openxmlformats.org/drawingml/2006/main">
              <a:ext uri="{FF2B5EF4-FFF2-40B4-BE49-F238E27FC236}">
                <a16:creationId xmlns:a16="http://schemas.microsoft.com/office/drawing/2014/main" id="{0527E49F-7310-4489-AEA4-A7C6D83A6DD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215067" y="171415"/>
            <a:ext cx="5966068" cy="44613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800" b="1" kern="1200">
                <a:solidFill>
                  <a:schemeClr val="tx1"/>
                </a:solidFill>
                <a:latin typeface="微软雅黑"/>
                <a:ea typeface="微软雅黑"/>
                <a:cs typeface="微软雅黑"/>
              </a:defRPr>
            </a:lvl1pPr>
          </a:lstStyle>
          <a:p xmlns:a="http://schemas.openxmlformats.org/drawingml/2006/main">
            <a:pPr lvl="0">
              <a:buNone/>
            </a:pPr>
            <a:r>
              <a:t>单击此处编辑母版文本</a:t>
            </a:r>
            <a:endParaRPr/>
          </a:p>
        </p:txBody>
      </p:sp>
      <p:pic>
        <p:nvPicPr>
          <p:cNvPr id="3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1bfb0424bf4fb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58425" y="0"/>
            <a:ext cx="2350420" cy="881407"/>
          </a:xfrm>
          <a:prstGeom xmlns:a="http://schemas.openxmlformats.org/drawingml/2006/main" prst="rect">
            <a:avLst/>
          </a:prstGeom>
        </p:spPr>
      </p:pic>
      <p:sp>
        <p:nvSpPr>
          <p:cNvPr id="30" name="矩形 3">
            <a:extLst xmlns:a="http://schemas.openxmlformats.org/drawingml/2006/main">
              <a:ext uri="{FF2B5EF4-FFF2-40B4-BE49-F238E27FC236}">
                <a16:creationId xmlns:a16="http://schemas.microsoft.com/office/drawing/2014/main" id="{447A0E1E-BDEB-4D59-8616-B0741B063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8117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A8F6">
              <a:alpha val="10000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woObj">
  <p:cSld name="两栏内容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319D143-E382-4455-9DFE-0E67CD6789F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pic>
        <p:nvPicPr>
          <p:cNvPr id="40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5da2dd259042a7">
            <a:alphaModFix amt="35000"/>
            <a:biLevel thresh="25000"/>
          </a:blip>
          <a:srcRect xmlns:a="http://schemas.openxmlformats.org/drawingml/2006/main" l="0" t="32381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482780" y="1381934"/>
            <a:ext cx="3830533" cy="4165580"/>
          </a:xfrm>
          <a:prstGeom xmlns:a="http://schemas.openxmlformats.org/drawingml/2006/main" prst="rect">
            <a:avLst/>
          </a:prstGeom>
        </p:spPr>
      </p:pic>
      <p:sp>
        <p:nvSpPr>
          <p:cNvPr id="35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F15CCFAC-D940-4C0E-B9B6-3388AA2B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DD7F2E74-CC76-4DF4-8DE9-A1E8991AC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pic>
        <p:nvPicPr>
          <p:cNvPr id="43" name="图片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d2ecb61b241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4478" y="0"/>
            <a:ext cx="2350420" cy="881407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7.xml><?xml version="1.0" encoding="utf-8"?>
<p:sldLayout xmlns:p="http://schemas.openxmlformats.org/presentationml/2006/main" type="twoTxTwoObj">
  <p:cSld name="比较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EB6392E-0289-42A5-B341-8E69A13E46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1" name="文本框 2">
            <a:extLst xmlns:a="http://schemas.openxmlformats.org/drawingml/2006/main">
              <a:ext uri="{FF2B5EF4-FFF2-40B4-BE49-F238E27FC236}">
                <a16:creationId xmlns:a16="http://schemas.microsoft.com/office/drawing/2014/main" id="{93F8C826-CF5B-4415-B5AE-8A6507833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63201" y="6305810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2" name="直接连接符 15">
            <a:extLst xmlns:a="http://schemas.openxmlformats.org/drawingml/2006/main">
              <a:ext uri="{FF2B5EF4-FFF2-40B4-BE49-F238E27FC236}">
                <a16:creationId xmlns:a16="http://schemas.microsoft.com/office/drawing/2014/main" id="{763BDDBF-588F-4453-BD6F-009827BC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291011" y="6623945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矩形 9">
            <a:extLst xmlns:a="http://schemas.openxmlformats.org/drawingml/2006/main">
              <a:ext uri="{FF2B5EF4-FFF2-40B4-BE49-F238E27FC236}">
                <a16:creationId xmlns:a16="http://schemas.microsoft.com/office/drawing/2014/main" id="{2AB1D38E-1512-4501-902C-0D70F51E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565" y="1199515"/>
            <a:ext cx="1210588" cy="70788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none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000" b="1" i="0" u="none" cap="none" spc="0">
                <a:ln>
                  <a:noFill/>
                </a:ln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目录</a:t>
            </a:r>
            <a:endParaRPr sz="4000" b="1" i="0" u="none" kern="1200" cap="none" spc="0" baseline="0">
              <a:ln>
                <a:noFill/>
              </a:ln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4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C469CCA9-9E8E-4102-AC0E-8E7FEAE1C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" y="576640"/>
            <a:ext cx="4124959" cy="5847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spcAft>
                <a:spcPct val="0"/>
              </a:spcAft>
              <a:buNone/>
            </a:pPr>
            <a:r>
              <a:rPr sz="32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CONTENTS</a:t>
            </a:r>
            <a:endParaRPr sz="3200" b="1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>
  <p:cSld name="仅标题"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0458AE2-188D-4371-B739-9EA7F2BD13F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solidFill>
                  <a:schemeClr val="tx1"/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48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E4E4EA2-CBC6-41B8-856A-FCFAD04E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906635" y="6367145"/>
            <a:ext cx="2199640" cy="34480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algn="l" defTabSz="914400">
              <a:lnSpc>
                <a:spcPct val="130000"/>
              </a:lnSpc>
              <a:buNone/>
            </a:pPr>
            <a:r>
              <a:rPr sz="1400">
                <a:gradFill>
                  <a:gsLst>
                    <a:gs pos="0">
                      <a:srgbClr val="0284E2"/>
                    </a:gs>
                    <a:gs pos="100000">
                      <a:srgbClr val="00B050"/>
                    </a:gs>
                  </a:gsLst>
                  <a:lin ang="0" scaled="0"/>
                </a:gradFill>
                <a:latin typeface="微软雅黑"/>
                <a:ea typeface="微软雅黑"/>
                <a:cs typeface="微软雅黑"/>
              </a:rPr>
              <a:t>智能终端操作系统根社区</a:t>
            </a:r>
            <a:endParaRPr sz="1400" kern="1200">
              <a:gradFill>
                <a:gsLst>
                  <a:gs pos="0">
                    <a:srgbClr val="0284E2"/>
                  </a:gs>
                  <a:gs pos="100000">
                    <a:srgbClr val="00B050"/>
                  </a:gs>
                </a:gsLst>
                <a:lin ang="0" scaled="0"/>
              </a:gra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9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317FD03C-C823-4B15-9A9E-F602D6F1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1434445" y="6685280"/>
            <a:ext cx="53784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rgbClr val="FFFFFF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tx1"/>
          </a:fontRef>
        </p:style>
      </p:sp>
    </p:spTree>
  </p:cSld>
</p:sldLayout>
</file>

<file path=ppt/slideLayouts/slideLayout9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808233AB-1276-4DE0-AD17-22D66F83EE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3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DDF1559-0F89-45CF-900D-731CEFDC871C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6EDC07A-C1AD-4A3E-9B14-72658F91BCB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D6BB7FD4-34A1-4057-8607-293CBFABB6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"1.0" encoding="UTF-8"?><Relationships xmlns="http://schemas.openxmlformats.org/package/2006/relationships"><Relationship Type="http://schemas.openxmlformats.org/officeDocument/2006/relationships/theme" Target="/ppt/slideMasters/theme/theme2.xml" Id="R9217846d5d144b98"/><Relationship Type="http://schemas.openxmlformats.org/officeDocument/2006/relationships/slideLayout" Target="/ppt/slideLayouts/slideLayout1.xml" Id="Re56666de55e74982"/><Relationship Type="http://schemas.openxmlformats.org/officeDocument/2006/relationships/slideLayout" Target="/ppt/slideLayouts/slideLayout2.xml" Id="R0a46f39cef23414f"/><Relationship Type="http://schemas.openxmlformats.org/officeDocument/2006/relationships/slideLayout" Target="/ppt/slideLayouts/slideLayout3.xml" Id="Rc2179f5acf684fa5"/><Relationship Type="http://schemas.openxmlformats.org/officeDocument/2006/relationships/slideLayout" Target="/ppt/slideLayouts/slideLayout4.xml" Id="Rae0a887d336d4112"/><Relationship Type="http://schemas.openxmlformats.org/officeDocument/2006/relationships/slideLayout" Target="/ppt/slideLayouts/slideLayout5.xml" Id="R16b02ec1dadf4c8d"/><Relationship Type="http://schemas.openxmlformats.org/officeDocument/2006/relationships/slideLayout" Target="/ppt/slideLayouts/slideLayout6.xml" Id="R8fc3078eb0804aee"/><Relationship Type="http://schemas.openxmlformats.org/officeDocument/2006/relationships/slideLayout" Target="/ppt/slideLayouts/slideLayout7.xml" Id="Reb6761ad8dfb4d0c"/><Relationship Type="http://schemas.openxmlformats.org/officeDocument/2006/relationships/slideLayout" Target="/ppt/slideLayouts/slideLayout8.xml" Id="Rcacbd7b1da6040b1"/><Relationship Type="http://schemas.openxmlformats.org/officeDocument/2006/relationships/slideLayout" Target="/ppt/slideLayouts/slideLayout9.xml" Id="R6697b19bc7ae4ce6"/><Relationship Type="http://schemas.openxmlformats.org/officeDocument/2006/relationships/slideLayout" Target="/ppt/slideLayouts/slideLayout10.xml" Id="Ra33c03a4ff2f44aa"/><Relationship Type="http://schemas.openxmlformats.org/officeDocument/2006/relationships/slideLayout" Target="/ppt/slideLayouts/slideLayout11.xml" Id="Rc1c0e71eb82244f5"/><Relationship Type="http://schemas.openxmlformats.org/officeDocument/2006/relationships/slideLayout" Target="/ppt/slideLayouts/slideLayout12.xml" Id="R6136a28ddb6841a3"/><Relationship Type="http://schemas.openxmlformats.org/officeDocument/2006/relationships/slideLayout" Target="/ppt/slideLayouts/slideLayout13.xml" Id="Rad8ce48e9bb44e35"/></Relationships>
</file>

<file path=ppt/slideMasters/slideMaster1.xml><?xml version="1.0" encoding="utf-8"?>
<p:sldMaster xmlns:p="http://schemas.openxmlformats.org/presentationml/2006/main">
  <p:cSld>
    <p:bg>
      <p:bgPr>
        <a:gradFill xmlns:a="http://schemas.openxmlformats.org/drawingml/2006/main">
          <a:gsLst>
            <a:gs pos="0">
              <a:srgbClr val="00A6F9"/>
            </a:gs>
            <a:gs pos="100000">
              <a:srgbClr val="81BD0A"/>
            </a:gs>
          </a:gsLst>
          <a:lin ang="0" scaled="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DB36F7A-34B8-4A27-BC9A-6B26BDB2F71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47244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bg1"/>
                </a:solidFill>
                <a:latin typeface="Source Han Sans CN Normal"/>
                <a:ea typeface="Source Han Sans CN Normal"/>
                <a:cs typeface="Source Han Sans CN Normal"/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56666de55e74982"/>
    <p:sldLayoutId xmlns:r="http://schemas.openxmlformats.org/officeDocument/2006/relationships" id="2147483650" r:id="R0a46f39cef23414f"/>
    <p:sldLayoutId xmlns:r="http://schemas.openxmlformats.org/officeDocument/2006/relationships" id="2147483651" r:id="Rc2179f5acf684fa5"/>
    <p:sldLayoutId xmlns:r="http://schemas.openxmlformats.org/officeDocument/2006/relationships" id="2147483652" r:id="Rae0a887d336d4112"/>
    <p:sldLayoutId xmlns:r="http://schemas.openxmlformats.org/officeDocument/2006/relationships" id="2147483653" r:id="R16b02ec1dadf4c8d"/>
    <p:sldLayoutId xmlns:r="http://schemas.openxmlformats.org/officeDocument/2006/relationships" id="2147483654" r:id="R8fc3078eb0804aee"/>
    <p:sldLayoutId xmlns:r="http://schemas.openxmlformats.org/officeDocument/2006/relationships" id="2147483655" r:id="Reb6761ad8dfb4d0c"/>
    <p:sldLayoutId xmlns:r="http://schemas.openxmlformats.org/officeDocument/2006/relationships" id="2147483656" r:id="Rcacbd7b1da6040b1"/>
    <p:sldLayoutId xmlns:r="http://schemas.openxmlformats.org/officeDocument/2006/relationships" id="2147483657" r:id="R6697b19bc7ae4ce6"/>
    <p:sldLayoutId xmlns:r="http://schemas.openxmlformats.org/officeDocument/2006/relationships" id="2147483658" r:id="Ra33c03a4ff2f44aa"/>
    <p:sldLayoutId xmlns:r="http://schemas.openxmlformats.org/officeDocument/2006/relationships" id="2147483659" r:id="Rc1c0e71eb82244f5"/>
    <p:sldLayoutId xmlns:r="http://schemas.openxmlformats.org/officeDocument/2006/relationships" id="2147483660" r:id="R6136a28ddb6841a3"/>
    <p:sldLayoutId xmlns:r="http://schemas.openxmlformats.org/officeDocument/2006/relationships" id="2147483661" r:id="Rad8ce48e9bb44e35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"1.0" encoding="UTF-8"?><Relationships xmlns="http://schemas.openxmlformats.org/package/2006/relationships"><Relationship Type="http://schemas.openxmlformats.org/officeDocument/2006/relationships/slideLayout" Target="/ppt/slideLayouts/slideLayout2.xml" Id="Rfa47ecff5b6942aa"/><Relationship Type="http://schemas.openxmlformats.org/officeDocument/2006/relationships/notesSlide" Target="/ppt/notesSlides/notesSlide1.xml" Id="Rc65bac14a32441d8"/></Relationships>
</file>

<file path=ppt/slides/_rels/slide2.xml.rels><?xml version="1.0" encoding="UTF-8"?><Relationships xmlns="http://schemas.openxmlformats.org/package/2006/relationships"><Relationship Type="http://schemas.openxmlformats.org/officeDocument/2006/relationships/slideLayout" Target="/ppt/slideLayouts/slideLayout7.xml" Id="R829d40ffa8d64bca"/><Relationship Type="http://schemas.openxmlformats.org/officeDocument/2006/relationships/notesSlide" Target="/ppt/notesSlides/notesSlide2.xml" Id="R155fb7ad18d14b76"/></Relationships>
</file>

<file path=ppt/slides/_rels/slide3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5dc122e39dd344cc"/><Relationship Type="http://schemas.openxmlformats.org/officeDocument/2006/relationships/notesSlide" Target="/ppt/notesSlides/notesSlide3.xml" Id="R7a9e3c71c9b84ca8"/></Relationships>
</file>

<file path=ppt/slides/_rels/slide4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15c21d4b98c74b3a"/><Relationship Type="http://schemas.openxmlformats.org/officeDocument/2006/relationships/image" Target="/ppt/media/image7.png" Id="R9e179f24825e422b"/><Relationship Type="http://schemas.openxmlformats.org/officeDocument/2006/relationships/image" Target="/ppt/media/image8.png" Id="R4ff039f700cd42ff"/><Relationship Type="http://schemas.openxmlformats.org/officeDocument/2006/relationships/notesSlide" Target="/ppt/notesSlides/notesSlide4.xml" Id="Rffc3815fff3c4f26"/></Relationships>
</file>

<file path=ppt/slides/_rels/slide5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44b3426e3d5f4031"/><Relationship Type="http://schemas.openxmlformats.org/officeDocument/2006/relationships/notesSlide" Target="/ppt/notesSlides/notesSlide5.xml" Id="R500a59c9d24c4d09"/></Relationships>
</file>

<file path=ppt/slides/_rels/slide6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0cfcaf5c547a4c74"/><Relationship Type="http://schemas.openxmlformats.org/officeDocument/2006/relationships/notesSlide" Target="/ppt/notesSlides/notesSlide6.xml" Id="R31474430c3a146d7"/></Relationships>
</file>

<file path=ppt/slides/_rels/slide7.xml.rels><?xml version="1.0" encoding="UTF-8"?><Relationships xmlns="http://schemas.openxmlformats.org/package/2006/relationships"><Relationship Type="http://schemas.openxmlformats.org/officeDocument/2006/relationships/slideLayout" Target="/ppt/slideLayouts/slideLayout5.xml" Id="R09c54fca2b97477f"/><Relationship Type="http://schemas.openxmlformats.org/officeDocument/2006/relationships/notesSlide" Target="/ppt/notesSlides/notesSlide7.xml" Id="R95bef1e84ec248e8"/></Relationships>
</file>

<file path=ppt/slides/_rels/slide8.xml.rels><?xml version="1.0" encoding="UTF-8"?><Relationships xmlns="http://schemas.openxmlformats.org/package/2006/relationships"><Relationship Type="http://schemas.openxmlformats.org/officeDocument/2006/relationships/slideLayout" Target="/ppt/slideLayouts/slideLayout4.xml" Id="R988e22e71f784a86"/><Relationship Type="http://schemas.openxmlformats.org/officeDocument/2006/relationships/notesSlide" Target="/ppt/notesSlides/notesSlide8.xml" Id="R8ef363de814442ab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文本框 4">
            <a:extLst xmlns:a="http://schemas.openxmlformats.org/drawingml/2006/main">
              <a:ext uri="{FF2B5EF4-FFF2-40B4-BE49-F238E27FC236}">
                <a16:creationId xmlns:a16="http://schemas.microsoft.com/office/drawing/2014/main" id="{2DF167BB-E400-45BF-907B-8B85875AE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7888" y="5226665"/>
            <a:ext cx="5356225" cy="7308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（常新队-易荛）</a:t>
            </a:r>
            <a:endParaRPr sz="1600"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algn="ctr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（2026年8月）</a:t>
            </a:r>
            <a:endParaRPr sz="14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文本框 6">
            <a:extLst xmlns:a="http://schemas.openxmlformats.org/drawingml/2006/main">
              <a:ext uri="{FF2B5EF4-FFF2-40B4-BE49-F238E27FC236}">
                <a16:creationId xmlns:a16="http://schemas.microsoft.com/office/drawing/2014/main" id="{C48BED3E-1404-4908-BB48-BA38E25C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8747" y="1852426"/>
            <a:ext cx="8374507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月度激励</a:t>
            </a: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-</a:t>
            </a:r>
            <a:r>
              <a:rPr sz="4800" b="1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星光应用申报</a:t>
            </a:r>
            <a:endParaRPr sz="4800" b="1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446A4861-AECA-4714-BD68-6EB785F4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2175" y="2868089"/>
            <a:ext cx="572765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spcBef>
                <a:spcPct val="0"/>
              </a:spcBef>
              <a:spcAft>
                <a:spcPct val="0"/>
              </a:spcAft>
              <a:buNone/>
            </a:pPr>
            <a:r>
              <a:rPr sz="2800">
                <a:solidFill>
                  <a:srgbClr val="08A8F6"/>
                </a:solidFill>
                <a:latin typeface="微软雅黑"/>
                <a:ea typeface="微软雅黑"/>
                <a:cs typeface="微软雅黑"/>
              </a:rPr>
              <a:t>文件转换盒</a:t>
            </a:r>
            <a:endParaRPr sz="2800">
              <a:solidFill>
                <a:srgbClr val="08A8F6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4134032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圆角矩形 26">
            <a:extLst xmlns:a="http://schemas.openxmlformats.org/drawingml/2006/main">
              <a:ext uri="{FF2B5EF4-FFF2-40B4-BE49-F238E27FC236}">
                <a16:creationId xmlns:a16="http://schemas.microsoft.com/office/drawing/2014/main" id="{70F4A6F1-D30F-4EDC-A540-24E6669F0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1964" y="2138212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01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圆角矩形 27">
            <a:extLst xmlns:a="http://schemas.openxmlformats.org/drawingml/2006/main">
              <a:ext uri="{FF2B5EF4-FFF2-40B4-BE49-F238E27FC236}">
                <a16:creationId xmlns:a16="http://schemas.microsoft.com/office/drawing/2014/main" id="{3FB8432D-F4E9-4293-9EF8-86A4558C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44" y="3076107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应用核心功能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8" name="圆角矩形 28">
            <a:extLst xmlns:a="http://schemas.openxmlformats.org/drawingml/2006/main">
              <a:ext uri="{FF2B5EF4-FFF2-40B4-BE49-F238E27FC236}">
                <a16:creationId xmlns:a16="http://schemas.microsoft.com/office/drawing/2014/main" id="{3723CB90-3AB7-436D-9EB0-7E89D7C5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344" y="3063407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02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9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3AB4857D-BF08-4E77-AD7A-EE446FE47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5244" y="4001302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创新性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C9D3DBAA-E09F-4F57-8249-D9B07B861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4344" y="3988602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03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1" name="圆角矩形 44">
            <a:extLst xmlns:a="http://schemas.openxmlformats.org/drawingml/2006/main">
              <a:ext uri="{FF2B5EF4-FFF2-40B4-BE49-F238E27FC236}">
                <a16:creationId xmlns:a16="http://schemas.microsoft.com/office/drawing/2014/main" id="{0A844299-59F2-4166-A7AB-E4EAB1391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944" y="2138212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创作简介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2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6E5A3CFD-4EDF-4092-8881-74AB8CDBFA8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圆角矩形 29">
            <a:extLst xmlns:a="http://schemas.openxmlformats.org/drawingml/2006/main">
              <a:ext uri="{FF2B5EF4-FFF2-40B4-BE49-F238E27FC236}">
                <a16:creationId xmlns:a16="http://schemas.microsoft.com/office/drawing/2014/main" id="{3C14BE3A-015E-4BE5-8125-C51616F14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7944" y="4913797"/>
            <a:ext cx="6855091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rgbClr val="00B0F0"/>
            </a:solidFill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0000" anchor="ctr"/>
          <a:lstStyle xmlns:a="http://schemas.openxmlformats.org/drawingml/2006/main"/>
          <a:p xmlns:a="http://schemas.openxmlformats.org/drawingml/2006/main">
            <a:pPr marL="0" marR="0" lvl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2400" b="1">
                <a:ln>
                  <a:noFill/>
                </a:ln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商业价值</a:t>
            </a:r>
            <a:endParaRPr sz="2400" b="1">
              <a:ln>
                <a:noFill/>
              </a:ln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4" name="圆角矩形 30">
            <a:extLst xmlns:a="http://schemas.openxmlformats.org/drawingml/2006/main">
              <a:ext uri="{FF2B5EF4-FFF2-40B4-BE49-F238E27FC236}">
                <a16:creationId xmlns:a16="http://schemas.microsoft.com/office/drawing/2014/main" id="{1C467BE5-4FB8-45A8-BAFE-B0C3335A1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7044" y="4901097"/>
            <a:ext cx="713740" cy="7137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04</a:t>
            </a:r>
            <a:endParaRPr sz="2400" b="1">
              <a:solidFill>
                <a:schemeClr val="tx2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6422167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13CDA89B-D89B-4D16-8757-DEE596C2046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17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DD019DD-3721-4676-B037-15A507D079CA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95815" y="200290"/>
            <a:ext cx="5966068" cy="44613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t>创作简介</a:t>
            </a:r>
            <a:endParaRPr sz="2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8" name="文本框 4">
            <a:extLst xmlns:a="http://schemas.openxmlformats.org/drawingml/2006/main">
              <a:ext uri="{FF2B5EF4-FFF2-40B4-BE49-F238E27FC236}">
                <a16:creationId xmlns:a16="http://schemas.microsoft.com/office/drawing/2014/main" id="{84702A8A-99FD-4962-994C-0F2884F6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991" y="2417700"/>
            <a:ext cx="3012141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为什么做这款</a:t>
            </a:r>
            <a:r>
              <a:rPr sz="1600">
                <a:latin typeface="微软雅黑"/>
                <a:ea typeface="微软雅黑"/>
                <a:cs typeface="微软雅黑"/>
              </a:rPr>
              <a:t>APP</a:t>
            </a:r>
            <a:r>
              <a:rPr sz="1600">
                <a:latin typeface="微软雅黑"/>
                <a:ea typeface="微软雅黑"/>
                <a:cs typeface="微软雅黑"/>
              </a:rPr>
              <a:t>（</a:t>
            </a:r>
            <a:r>
              <a:rPr sz="1600">
                <a:latin typeface="微软雅黑"/>
                <a:ea typeface="微软雅黑"/>
                <a:cs typeface="微软雅黑"/>
              </a:rPr>
              <a:t>100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19" name="文本框 4">
            <a:extLst xmlns:a="http://schemas.openxmlformats.org/drawingml/2006/main">
              <a:ext uri="{FF2B5EF4-FFF2-40B4-BE49-F238E27FC236}">
                <a16:creationId xmlns:a16="http://schemas.microsoft.com/office/drawing/2014/main" id="{A9B0090A-8BF5-41D7-B6F7-83620C05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6" y="4569388"/>
            <a:ext cx="3012141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应用一句话亮点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0" name="文本框 4">
            <a:extLst xmlns:a="http://schemas.openxmlformats.org/drawingml/2006/main">
              <a:ext uri="{FF2B5EF4-FFF2-40B4-BE49-F238E27FC236}">
                <a16:creationId xmlns:a16="http://schemas.microsoft.com/office/drawing/2014/main" id="{4306BA58-C2B3-468E-9C82-B8E36F60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316" y="950500"/>
            <a:ext cx="8516472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团队简介：队长姓名、团队成员姓名、学校、专业、指导老师、联络人手机号、微信号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EE7EFF73-7BC8-45DF-84E3-F8E5492A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28925"/>
            <a:ext cx="10607040" cy="146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日常办公和学习经常遇到格式转换需求，在线工具通常要求上传文件，免费工具又可能存在限制。我们做了一款全离线转换工具：文档、图片、视频、PDF、压缩包和单位换算集中处理，文件不离开设备，适合敏感资料和无网络场景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EB691BE-7109-4CAE-AF96-57A9C44CC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7488"/>
            <a:ext cx="1060704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rPr sz="17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「 不联网、不上传的文件转换盒，文档图片视频 PDF 本地一键搞定。 」</a:t>
            </a:r>
            <a:endParaRPr sz="17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文本框 0">
            <a:extLst xmlns:a="http://schemas.openxmlformats.org/drawingml/2006/main">
              <a:ext uri="{FF2B5EF4-FFF2-40B4-BE49-F238E27FC236}">
                <a16:creationId xmlns:a16="http://schemas.microsoft.com/office/drawing/2014/main" id="{E5DC5F60-4A4D-4B62-9F20-B236475B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325" y="1464945"/>
            <a:ext cx="9129395" cy="9461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t>队长：易荛    团队成员：易荛    学校：湘潭理工学院    专业：信息与计算科学</a:t>
            </a:r>
            <a:endParaRPr/>
          </a:p>
          <a:p xmlns:a="http://schemas.openxmlformats.org/drawingml/2006/main">
            <a:r>
              <a:t>指导老师：徐畅    联络人手机号：13367425801    微信号：yy562389451278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5120411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0751BFB9-47FB-43C6-971D-CE595FD9943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latin typeface="微软雅黑"/>
              <a:ea typeface="微软雅黑"/>
              <a:cs typeface="微软雅黑"/>
            </a:endParaRPr>
          </a:p>
        </p:txBody>
      </p:sp>
      <p:sp>
        <p:nvSpPr>
          <p:cNvPr id="2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C3EC191-4004-4F9F-9837-65F0DD060448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95815" y="200290"/>
            <a:ext cx="5966068" cy="44613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r>
              <a:rPr sz="2800">
                <a:solidFill>
                  <a:schemeClr val="tx1"/>
                </a:solidFill>
                <a:latin typeface="微软雅黑"/>
                <a:ea typeface="微软雅黑"/>
                <a:cs typeface="微软雅黑"/>
              </a:rPr>
              <a:t>应用核心功能</a:t>
            </a:r>
            <a:endParaRPr sz="2800">
              <a:solidFill>
                <a:schemeClr val="tx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32AB02E4-7E41-4334-81B8-9090E7C8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差异化功能，图文并茂（每点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字以内）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F09F09F-EF93-4D4F-B097-5CE9AFB57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691640"/>
            <a:ext cx="7223760" cy="44805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文档转换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TXT/CSV/JSON/XML/HTML/Markdown 文本格式互转并导出 PDF。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图片转换 + 图片工具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PNG/JPG/JPEG/WEBP/BMP 互转；图片工具支持尺寸调整、裁剪和颜色提取。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视频转换 + 音频转换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视频重封装为 MP4；MP4 AAC 音轨提取为 M4A。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4. PDF 工具箱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图片、文本、HTML 生成 PDF；文本 PDF 可转 DOC/Markdown。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3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5. 档案与时间 + 单位换算器</a:t>
            </a:r>
            <a:endParaRPr sz="1500" b="1">
              <a:solidFill>
                <a:srgbClr val="1F4E79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 marL="238125" indent="0">
              <a:spcAft>
                <a:spcPts val="1200"/>
              </a:spcAft>
              <a:buNone/>
            </a:pPr>
            <a:r>
              <a:rPr sz="1400" b="0">
                <a:solidFill>
                  <a:srgbClr val="404040"/>
                </a:solidFill>
                <a:latin typeface="微软雅黑"/>
                <a:ea typeface="微软雅黑"/>
                <a:cs typeface="微软雅黑"/>
              </a:rPr>
              <a:t>ZIP 压缩解压、单位换算和时区转换。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32" name="图片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79f24825e42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84365" y="830580"/>
            <a:ext cx="2506345" cy="4925695"/>
          </a:xfrm>
          <a:prstGeom xmlns:a="http://schemas.openxmlformats.org/drawingml/2006/main" prst="rect">
            <a:avLst/>
          </a:prstGeom>
        </p:spPr>
      </p:pic>
      <p:pic>
        <p:nvPicPr>
          <p:cNvPr id="33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f039f700cd42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84055" y="830580"/>
            <a:ext cx="2490470" cy="492569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926311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EEE6C053-B42D-43BA-B005-504815FB239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7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7A66A1F3-8D8F-47E9-B3C6-95A225FEA75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创新性</a:t>
            </a:r>
            <a:endParaRPr/>
          </a:p>
        </p:txBody>
      </p:sp>
      <p:sp>
        <p:nvSpPr>
          <p:cNvPr id="28" name="文本框 3">
            <a:extLst xmlns:a="http://schemas.openxmlformats.org/drawingml/2006/main">
              <a:ext uri="{FF2B5EF4-FFF2-40B4-BE49-F238E27FC236}">
                <a16:creationId xmlns:a16="http://schemas.microsoft.com/office/drawing/2014/main" id="{0D25521B-2502-465B-90BD-EC186E60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体验的创新与提升（每点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29" name="文本框 4">
            <a:extLst xmlns:a="http://schemas.openxmlformats.org/drawingml/2006/main">
              <a:ext uri="{FF2B5EF4-FFF2-40B4-BE49-F238E27FC236}">
                <a16:creationId xmlns:a16="http://schemas.microsoft.com/office/drawing/2014/main" id="{360AB688-9646-46E5-BC35-8DC0D4145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3923929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接入的鸿蒙特性（每点</a:t>
            </a:r>
            <a:r>
              <a:rPr sz="1600">
                <a:latin typeface="微软雅黑"/>
                <a:ea typeface="微软雅黑"/>
                <a:cs typeface="微软雅黑"/>
              </a:rPr>
              <a:t>50</a:t>
            </a:r>
            <a:r>
              <a:rPr sz="1600">
                <a:latin typeface="微软雅黑"/>
                <a:ea typeface="微软雅黑"/>
                <a:cs typeface="微软雅黑"/>
              </a:rPr>
              <a:t>字左右）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280BA80-E68A-4A79-92BE-A61665E8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572768"/>
            <a:ext cx="10972800" cy="22402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隐私优先：无网络权限、无账号和无后端，敏感文件在设备端完成处理。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引擎化架构：IConvertEngine 与注册表统一转换入口，新格式可按引擎扩展。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低权限设计：以系统文件选择器临时授权为主，不保留常驻文件访问权限。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226CED5D-EBEF-4773-A45F-423D2C7E8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389120"/>
            <a:ext cx="10972800" cy="2148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1. 原生开发：ArkTS/ArkUI 声明式界面、Stage 模型、Hvigor 标准化构建。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2. 一多全形态：phone、tablet、2in1 三类设备使用响应式网格布局。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  <a:p xmlns:a="http://schemas.openxmlformats.org/drawingml/2006/main">
            <a:pPr>
              <a:spcAft>
                <a:spcPts val="1200"/>
              </a:spcAft>
              <a:buNone/>
            </a:pPr>
            <a:r>
              <a:rPr sz="14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3. 系统安全组件：DocumentViewPicker 控制文件访问范围，Preferences 保存轻量设置，转换逻辑全部本地执行。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206890066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81DE959B-197B-4221-90EF-118720AA49F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2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5DCEB49E-013F-46D8-8B79-960C418795C1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商业价值</a:t>
            </a:r>
            <a:endParaRPr/>
          </a:p>
        </p:txBody>
      </p:sp>
      <p:sp>
        <p:nvSpPr>
          <p:cNvPr id="33" name="文本框 3">
            <a:extLst xmlns:a="http://schemas.openxmlformats.org/drawingml/2006/main">
              <a:ext uri="{FF2B5EF4-FFF2-40B4-BE49-F238E27FC236}">
                <a16:creationId xmlns:a16="http://schemas.microsoft.com/office/drawing/2014/main" id="{497557F3-70C4-4855-AD83-CFAA2B4C9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3836895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用户范围、用户反馈、商业潜力等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19F7716A-0245-4CBA-8018-5B3EC4E0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1600200"/>
            <a:ext cx="1097280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用户范围：学生、职场办公人群、开发者、自媒体创作者和对文件隐私敏感的用户。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1F0CC5DD-0ED4-4DBF-9A41-8E3E80547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2880360"/>
            <a:ext cx="10972800" cy="391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用户反馈：多格式集中处理减少了安装多个工具的麻烦；离线设计适合敏感资料、飞行模式和弱网环境。</a:t>
            </a:r>
            <a:endParaRPr sz="1400" b="1">
              <a:solidFill>
                <a:srgbClr val="A6A6A6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8AD1BAC2-38E5-4065-9E73-7BA880969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160520"/>
            <a:ext cx="10972800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Aft>
                <a:spcPts val="600"/>
              </a:spcAft>
              <a:buNone/>
            </a:pPr>
            <a:r>
              <a:rPr sz="1500" b="1">
                <a:solidFill>
                  <a:srgbClr val="1F4E79"/>
                </a:solidFill>
                <a:latin typeface="微软雅黑"/>
                <a:ea typeface="微软雅黑"/>
                <a:cs typeface="微软雅黑"/>
              </a:rPr>
              <a:t>商业潜力：可拓展 HEIF/音频等高级格式、批量转换、大文件处理和企业安全版等服务。</a:t>
            </a:r>
            <a:endParaRPr sz="1400" b="0">
              <a:solidFill>
                <a:srgbClr val="404040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51940953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灯片编号占位符 1">
            <a:extLst xmlns:a="http://schemas.openxmlformats.org/drawingml/2006/main">
              <a:ext uri="{FF2B5EF4-FFF2-40B4-BE49-F238E27FC236}">
                <a16:creationId xmlns:a16="http://schemas.microsoft.com/office/drawing/2014/main" id="{C6D0A5B7-8D4C-4282-AC0A-B302AAB0F95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6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0A43D50-4FE8-4EA3-A597-BE7B3FD6DEFB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月度应用之星申报</a:t>
            </a:r>
            <a:endParaRPr/>
          </a:p>
        </p:txBody>
      </p:sp>
      <p:sp>
        <p:nvSpPr>
          <p:cNvPr id="37" name="文本框 3">
            <a:extLst xmlns:a="http://schemas.openxmlformats.org/drawingml/2006/main">
              <a:ext uri="{FF2B5EF4-FFF2-40B4-BE49-F238E27FC236}">
                <a16:creationId xmlns:a16="http://schemas.microsoft.com/office/drawing/2014/main" id="{5D1939B8-C475-4AFC-AABA-5064767F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634" y="1109012"/>
            <a:ext cx="8979784" cy="38125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600">
                <a:latin typeface="微软雅黑"/>
                <a:ea typeface="微软雅黑"/>
                <a:cs typeface="微软雅黑"/>
              </a:rPr>
              <a:t>如果团队中有人需要申报月度应用之星，请在此页说明此人所做的贡献。若无需申报，可忽略此页</a:t>
            </a:r>
            <a:endParaRPr sz="1600">
              <a:latin typeface="微软雅黑"/>
              <a:ea typeface="微软雅黑"/>
              <a:cs typeface="微软雅黑"/>
            </a:endParaRPr>
          </a:p>
        </p:txBody>
      </p:sp>
      <p:sp>
        <p:nvSpPr>
          <p:cNvPr id="41" name="文本框 0">
            <a:extLst xmlns:a="http://schemas.openxmlformats.org/drawingml/2006/main">
              <a:ext uri="{FF2B5EF4-FFF2-40B4-BE49-F238E27FC236}">
                <a16:creationId xmlns:a16="http://schemas.microsoft.com/office/drawing/2014/main" id="{EF2D0175-838D-46B8-BF03-C94A36048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00" y="1783715"/>
            <a:ext cx="9004300" cy="25012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rmAutofit fontScale="100000"/>
          </a:bodyPr>
          <a:lstStyle xmlns:a="http://schemas.openxmlformats.org/drawingml/2006/main"/>
          <a:p xmlns:a="http://schemas.openxmlformats.org/drawingml/2006/main">
            <a:r>
              <a:t>贡献：队长易荛独立完成了产品选题、需求梳理、功能文档、交互与视觉设计，并参与 ArkUI/ArkTS 实现、测试、上架材料准备和后续迭代，覆盖从构想到发布的完整流程。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560538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8A8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0715AA9C-F25D-41EE-8AEA-ECCCF2640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7237" y="1942121"/>
            <a:ext cx="5077527" cy="11079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sz="6600" b="1" i="0" u="none" cap="none" spc="0">
                <a:ln>
                  <a:noFill/>
                </a:ln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谢  谢</a:t>
            </a:r>
            <a:endParaRPr sz="6600" b="1" i="0" u="none" kern="1200" cap="none" spc="0" baseline="0">
              <a:ln>
                <a:noFill/>
              </a:ln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0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A370AF15-53BC-43B1-A76A-834404C9EE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313684450"/>
      </p:ext>
    </p:extLst>
  </p:cSld>
</p:sld>
</file>

<file path=ppt/theme/theme1.xml><?xml version="1.0" encoding="utf-8"?>
<a:theme xmlns:a="http://schemas.openxmlformats.org/drawingml/2006/main" name="1_自定义设计方案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2026-08-20T10:57:01.2780000Z</dcterms:created>
  <dcterms:modified xsi:type="dcterms:W3CDTF">2026-08-20T10:57:01.2780000Z</dcterms:modified>
</coreProperties>
</file>