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9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sp>
        <p:nvSpPr>
          <p:cNvPr id="5" name="文本框 14"/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15"/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图片 1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sp>
        <p:nvSpPr>
          <p:cNvPr id="10" name="文本框 3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8" name="图片 9"/>
          <p:cNvPicPr>
            <a:picLocks noChangeAspect="1"/>
          </p:cNvPicPr>
          <p:nvPr/>
        </p:nvPicPr>
        <p:blipFill>
          <a:blip r:embed="rId3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灯片编号占位符 5"/>
          <p:cNvSpPr>
            <a:spLocks noGrp="1"/>
          </p:cNvSpPr>
          <p:nvPr>
            <p:ph type="sldNum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灯片编号占位符 5"/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14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灯片编号占位符 5"/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28" name="文本占位符 9"/>
          <p:cNvSpPr>
            <a:spLocks noGrp="1"/>
          </p:cNvSpPr>
          <p:nvPr>
            <p:ph type="body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单击此处编辑母版文本</a:t>
            </a:r>
          </a:p>
        </p:txBody>
      </p:sp>
      <p:pic>
        <p:nvPicPr>
          <p:cNvPr id="3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>
            <a:spLocks noGrp="1"/>
          </p:cNvSpPr>
          <p:nvPr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pic>
        <p:nvPicPr>
          <p:cNvPr id="40" name="图片 3"/>
          <p:cNvPicPr>
            <a:picLocks noChangeAspect="1"/>
          </p:cNvPicPr>
          <p:nvPr/>
        </p:nvPicPr>
        <p:blipFill rotWithShape="1">
          <a:blip r:embed="rId2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sp>
        <p:nvSpPr>
          <p:cNvPr id="35" name="文本框 10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4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1" name="文本框 2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3" name="矩形 9"/>
          <p:cNvSpPr>
            <a:spLocks noGrp="1"/>
          </p:cNvSpPr>
          <p:nvPr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10"/>
          <p:cNvSpPr>
            <a:spLocks noGrp="1"/>
          </p:cNvSpPr>
          <p:nvPr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3200" b="1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8" name="文本框 6"/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7"/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51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5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/>
      <p:sp>
        <p:nvSpPr>
          <p:cNvPr id="15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/>
      <p:sp>
        <p:nvSpPr>
          <p:cNvPr id="17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5"/>
          <p:cNvSpPr>
            <a:spLocks noGrp="1"/>
          </p:cNvSpPr>
          <p:nvPr>
            <p:ph type="sldNum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jpe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4"/>
          <p:cNvSpPr>
            <a:spLocks noGrp="1"/>
          </p:cNvSpPr>
          <p:nvPr/>
        </p:nvSpPr>
        <p:spPr>
          <a:xfrm>
            <a:off x="3417888" y="5226665"/>
            <a:ext cx="5356225" cy="7308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（常新队-易荛）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（2026年8月）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6"/>
          <p:cNvSpPr>
            <a:spLocks noGrp="1"/>
          </p:cNvSpPr>
          <p:nvPr/>
        </p:nvSpPr>
        <p:spPr>
          <a:xfrm>
            <a:off x="1908747" y="1852426"/>
            <a:ext cx="837450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  <a:sym typeface="+mn-ea"/>
              </a:rPr>
              <a:t>OH创新大赛赛道三作品提交</a:t>
            </a:r>
            <a:endParaRPr sz="4800" b="1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10"/>
          <p:cNvSpPr>
            <a:spLocks noGrp="1"/>
          </p:cNvSpPr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文件转换盒</a:t>
            </a:r>
            <a:endParaRPr sz="2800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圆角矩形 26"/>
          <p:cNvSpPr>
            <a:spLocks noGrp="1"/>
          </p:cNvSpPr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27"/>
          <p:cNvSpPr>
            <a:spLocks noGrp="1"/>
          </p:cNvSpPr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28"/>
          <p:cNvSpPr>
            <a:spLocks noGrp="1"/>
          </p:cNvSpPr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29"/>
          <p:cNvSpPr>
            <a:spLocks noGrp="1"/>
          </p:cNvSpPr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30"/>
          <p:cNvSpPr>
            <a:spLocks noGrp="1"/>
          </p:cNvSpPr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44"/>
          <p:cNvSpPr>
            <a:spLocks noGrp="1"/>
          </p:cNvSpPr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创作简介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2</a:t>
            </a:r>
            <a:endParaRPr lang="en-US">
              <a:latin typeface="+mj-ea"/>
              <a:ea typeface="+mj-ea"/>
            </a:endParaRPr>
          </a:p>
        </p:txBody>
      </p:sp>
      <p:sp>
        <p:nvSpPr>
          <p:cNvPr id="13" name="圆角矩形 29"/>
          <p:cNvSpPr>
            <a:spLocks noGrp="1"/>
          </p:cNvSpPr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30"/>
          <p:cNvSpPr>
            <a:spLocks noGrp="1"/>
          </p:cNvSpPr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  <a:cs typeface="微软雅黑" panose="020B0503020204020204" charset="-122"/>
              </a:rPr>
              <a:t>3</a:t>
            </a:r>
            <a:endParaRPr 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t>创作简介</a:t>
            </a:r>
            <a:endParaRPr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4"/>
          <p:cNvSpPr>
            <a:spLocks noGrp="1"/>
          </p:cNvSpPr>
          <p:nvPr/>
        </p:nvSpPr>
        <p:spPr>
          <a:xfrm>
            <a:off x="685761" y="2417700"/>
            <a:ext cx="384048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为什么做这款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字左右）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4"/>
          <p:cNvSpPr>
            <a:spLocks noGrp="1"/>
          </p:cNvSpPr>
          <p:nvPr/>
        </p:nvSpPr>
        <p:spPr>
          <a:xfrm>
            <a:off x="681316" y="4569388"/>
            <a:ext cx="384048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应用一句话亮点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4"/>
          <p:cNvSpPr>
            <a:spLocks noGrp="1"/>
          </p:cNvSpPr>
          <p:nvPr/>
        </p:nvSpPr>
        <p:spPr>
          <a:xfrm>
            <a:off x="681316" y="950500"/>
            <a:ext cx="8516472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团队简介：队长姓名、团队成员姓名、学校、专业、指导老师、联络人手机号、微信号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85800" y="2872110"/>
            <a:ext cx="10607040" cy="158755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30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日常办公和学习经常遇到格式转换需求，在线工具通常要求上传文件，免费工具又可能存在限制。我们做了一款全离线转换工具：文档、图片、视频、PDF、压缩包和单位换算集中处理，文件不离开设备，适合敏感资料和无网络场景。</a:t>
            </a:r>
            <a:endParaRPr sz="14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85800" y="5042086"/>
            <a:ext cx="10607040" cy="8229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「 不联网、不上传的文件转换盒，文档图片视频 PDF 本地一键搞定。 」</a:t>
            </a:r>
            <a:endParaRPr sz="17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742315" y="1483360"/>
            <a:ext cx="10177145" cy="922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队长：易荛    团队成员：易荛    学校：湘潭理工学院    专业：信息与计算科学指导老师：徐畅    联络人手机号：13367425801    微信号：yy562389451278</a:t>
            </a:r>
          </a:p>
          <a:p>
            <a:r>
              <a:t>指导老师：徐畅    联络人手机号：13367425801    微信号：yy562389451278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  <a:cs typeface="微软雅黑" panose="020B0503020204020204" charset="-122"/>
              </a:rPr>
              <a:t>4</a:t>
            </a:r>
            <a:endParaRPr 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</a:t>
            </a:r>
            <a:endParaRPr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3"/>
          <p:cNvSpPr>
            <a:spLocks noGrp="1"/>
          </p:cNvSpPr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差异化功能，图文并茂（每点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字以内）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03504" y="1691640"/>
            <a:ext cx="6144768" cy="4480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文档格式转换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TXT/CSV/JSON/XML/HTML/Markdown 文本格式互转，并支持导出 PDF。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图片转换+图片工具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PNG/JPG/JPEG/WEBP/BMP 互转；支持尺寸调整、裁剪和颜色提取。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视频转换+音频提取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视频重封装为 MP4；MP4 AAC 音轨提取为 M4A，处理全程在设备端完成。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PDF 工具箱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图片、文本、HTML 生成 PDF；文本 PDF 可转 DOC/Markdown。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压缩、时区与单位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ZIP 压缩解压、单位换算和时区转换，统一入口满足日常格式处理。</a:t>
            </a:r>
            <a:endParaRPr sz="1250" b="0"/>
          </a:p>
        </p:txBody>
      </p:sp>
      <p:pic>
        <p:nvPicPr>
          <p:cNvPr id="26" name="Picture 25" descr="led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417320"/>
            <a:ext cx="1664208" cy="36496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21424" y="5112711"/>
            <a:ext cx="1773936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功能总览·本地转换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Picture 27" descr="led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1417320"/>
            <a:ext cx="1664208" cy="36496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49640" y="5112711"/>
            <a:ext cx="1773936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图片·文档工具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Picture 29" descr="led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417320"/>
            <a:ext cx="1664208" cy="36496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77856" y="5112711"/>
            <a:ext cx="1773936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PDF·压缩·单位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76288" y="5505903"/>
            <a:ext cx="51206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5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※ 以上截图均为 DevEco Studio 模拟器实机运行效果</a:t>
            </a:r>
            <a:endParaRPr sz="95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5</a:t>
            </a:r>
            <a:endParaRPr lang="en-US">
              <a:latin typeface="+mj-ea"/>
              <a:ea typeface="+mj-ea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创新性</a:t>
            </a:r>
          </a:p>
        </p:txBody>
      </p:sp>
      <p:sp>
        <p:nvSpPr>
          <p:cNvPr id="28" name="文本框 3"/>
          <p:cNvSpPr>
            <a:spLocks noGrp="1"/>
          </p:cNvSpPr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体验的创新与提升（每点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字左右）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4"/>
          <p:cNvSpPr>
            <a:spLocks noGrp="1"/>
          </p:cNvSpPr>
          <p:nvPr/>
        </p:nvSpPr>
        <p:spPr>
          <a:xfrm>
            <a:off x="600634" y="3923929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接入的鸿蒙特性（每点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字左右）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03504" y="1572768"/>
            <a:ext cx="10972800" cy="2148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隐私优先：无网络权限、无账号和无后端，敏感文件在设备端完成处理。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引擎化架构：IConvertEngine 与注册表统一转换入口，新格式可按引擎扩展。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低权限设计：以系统文件选择器临时授权为主，不保留常驻文件访问权限。</a:t>
            </a:r>
            <a:endParaRPr sz="1400" b="0"/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603504" y="4389120"/>
            <a:ext cx="10972800" cy="2148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原生开发：ArkTS/ArkUI 声明式界面、Stage 模型、Hvigor 标准化构建。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一多全形态：phone、tablet、2in1 三类设备使用响应式网格布局。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系统安全组件：DocumentViewPicker 控制文件访问范围，Preferences 保存轻量设置，转换逻辑全部本地执行。</a:t>
            </a:r>
            <a:endParaRPr sz="1400"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6</a:t>
            </a:r>
            <a:endParaRPr lang="en-US">
              <a:latin typeface="+mj-ea"/>
              <a:ea typeface="+mj-ea"/>
            </a:endParaRPr>
          </a:p>
        </p:txBody>
      </p:sp>
      <p:sp>
        <p:nvSpPr>
          <p:cNvPr id="32" name="文本占位符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商业价值</a:t>
            </a:r>
          </a:p>
        </p:txBody>
      </p:sp>
      <p:sp>
        <p:nvSpPr>
          <p:cNvPr id="33" name="文本框 3"/>
          <p:cNvSpPr>
            <a:spLocks noGrp="1"/>
          </p:cNvSpPr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用户范围、商业潜力、用户反馈等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603504" y="160020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学生、职场办公人群、开发者、自媒体创作者和对文件隐私敏感的用户。</a:t>
            </a:r>
            <a:endParaRPr sz="1400" b="0"/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603504" y="416052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多格式集中处理减少了安装多个工具的麻烦；离线设计适合敏感资料、飞行模式和弱网环境。</a:t>
            </a:r>
            <a:endParaRPr sz="1400" b="0"/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603504" y="288036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可拓展 HEIF/音频等高级格式、批量转换、大文件处理和企业安全版等服务。</a:t>
            </a:r>
            <a:endParaRPr sz="140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Demo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idx="12"/>
          </p:nvPr>
        </p:nvSpPr>
        <p:spPr/>
        <p:txBody>
          <a:bodyPr/>
          <a:p>
            <a:r>
              <a:rPr lang="en-US">
                <a:latin typeface="+mj-ea"/>
                <a:ea typeface="+mj-ea"/>
              </a:rPr>
              <a:t>7</a:t>
            </a:r>
            <a:endParaRPr lang="en-US">
              <a:latin typeface="+mj-ea"/>
              <a:ea typeface="+mj-ea"/>
            </a:endParaRPr>
          </a:p>
        </p:txBody>
      </p:sp>
      <p:pic>
        <p:nvPicPr>
          <p:cNvPr id="38" name="文件转换盒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61560" y="1006475"/>
            <a:ext cx="2468880" cy="47548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3710" y="1006475"/>
            <a:ext cx="40640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Source Han Sans CN Regular" panose="020B0800000000000000" charset="-122"/>
                <a:sym typeface="+mn-ea"/>
              </a:rPr>
              <a:t>请录制一段小视频，展示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Source Han Sans CN Regular" panose="020B0800000000000000" charset="-122"/>
                <a:sym typeface="+mn-ea"/>
              </a:rPr>
              <a:t>APP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Source Han Sans CN Regular" panose="020B0800000000000000" charset="-122"/>
                <a:sym typeface="+mn-ea"/>
              </a:rPr>
              <a:t>功能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文本框 8"/>
          <p:cNvSpPr>
            <a:spLocks noGrp="1"/>
          </p:cNvSpPr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8</a:t>
            </a:r>
            <a:endParaRPr 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WPS 演示</Application>
  <PresentationFormat>Converted Presentation</PresentationFormat>
  <Paragraphs>106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Source Han Sans CN Normal</vt:lpstr>
      <vt:lpstr>Segoe Print</vt:lpstr>
      <vt:lpstr>Arial</vt:lpstr>
      <vt:lpstr>微软雅黑</vt:lpstr>
      <vt:lpstr>Arial Unicode MS</vt:lpstr>
      <vt:lpstr>Calibri</vt:lpstr>
      <vt:lpstr>Source Han Sans CN Bold</vt:lpstr>
      <vt:lpstr>Source Han Sans CN Regular</vt:lpstr>
      <vt:lpstr>Source Han Sans CN Bold</vt:lpstr>
      <vt:lpstr>Source Han Sans CN Normal</vt:lpstr>
      <vt:lpstr>Source Han Sans CN Regular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常新</cp:lastModifiedBy>
  <cp:revision>1</cp:revision>
  <dcterms:created xsi:type="dcterms:W3CDTF">2026-08-21T08:46:58Z</dcterms:created>
  <dcterms:modified xsi:type="dcterms:W3CDTF">2026-08-21T08:46:58Z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CBBE7E4F39F54AFAA5A1B0759C01884C_12</vt:lpwstr>
  </property>
</Properties>
</file>