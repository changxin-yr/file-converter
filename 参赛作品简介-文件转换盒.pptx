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5820b6a07a6a4b54"/><Relationship Type="http://schemas.openxmlformats.org/officeDocument/2006/relationships/extended-properties" Target="/docProps/app.xml" Id="R0513aab9d38a4992"/><Relationship Type="http://schemas.openxmlformats.org/officeDocument/2006/relationships/officeDocument" Target="/ppt/presentation.xml" Id="R11dee6cb5a3742be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803e1b8c2b426a"/>
  </p:sldMasterIdLst>
  <p:notesMasterIdLst>
    <p:notesMasterId xmlns:r="http://schemas.openxmlformats.org/officeDocument/2006/relationships" r:id="Rfa12e297d4054539"/>
  </p:notesMasterIdLst>
  <p:sldIdLst>
    <p:sldId xmlns:r="http://schemas.openxmlformats.org/officeDocument/2006/relationships" id="256" r:id="R4a92da4ded0c4ff0"/>
    <p:sldId xmlns:r="http://schemas.openxmlformats.org/officeDocument/2006/relationships" id="257" r:id="R059d978f6be1426e"/>
    <p:sldId xmlns:r="http://schemas.openxmlformats.org/officeDocument/2006/relationships" id="258" r:id="R5c5b26bc74fe4526"/>
    <p:sldId xmlns:r="http://schemas.openxmlformats.org/officeDocument/2006/relationships" id="259" r:id="Re22b1d64919c4364"/>
    <p:sldId xmlns:r="http://schemas.openxmlformats.org/officeDocument/2006/relationships" id="260" r:id="R39ba66f09a724738"/>
    <p:sldId xmlns:r="http://schemas.openxmlformats.org/officeDocument/2006/relationships" id="261" r:id="Re5395f5a9c994abf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0ee7678487424531"/><Relationship Type="http://schemas.openxmlformats.org/officeDocument/2006/relationships/slideMaster" Target="/ppt/slideMasters/slideMaster1.xml" Id="R47803e1b8c2b426a"/><Relationship Type="http://schemas.openxmlformats.org/officeDocument/2006/relationships/notesMaster" Target="/ppt/notesMasters/notesMaster1.xml" Id="Rfa12e297d4054539"/><Relationship Type="http://schemas.openxmlformats.org/officeDocument/2006/relationships/presProps" Target="/ppt/presProps.xml" Id="Reab3a0ca1dda4f22"/><Relationship Type="http://schemas.openxmlformats.org/officeDocument/2006/relationships/viewProps" Target="/ppt/viewProps.xml" Id="R808248de732a4f72"/><Relationship Type="http://schemas.openxmlformats.org/officeDocument/2006/relationships/tableStyles" Target="/ppt/tableStyles.xml" Id="R5a9c435d3b614602"/><Relationship Type="http://schemas.openxmlformats.org/officeDocument/2006/relationships/slide" Target="/ppt/slides/slide1.xml" Id="R4a92da4ded0c4ff0"/><Relationship Type="http://schemas.openxmlformats.org/officeDocument/2006/relationships/slide" Target="/ppt/slides/slide2.xml" Id="R059d978f6be1426e"/><Relationship Type="http://schemas.openxmlformats.org/officeDocument/2006/relationships/slide" Target="/ppt/slides/slide3.xml" Id="R5c5b26bc74fe4526"/><Relationship Type="http://schemas.openxmlformats.org/officeDocument/2006/relationships/slide" Target="/ppt/slides/slide4.xml" Id="Re22b1d64919c4364"/><Relationship Type="http://schemas.openxmlformats.org/officeDocument/2006/relationships/slide" Target="/ppt/slides/slide5.xml" Id="R39ba66f09a724738"/><Relationship Type="http://schemas.openxmlformats.org/officeDocument/2006/relationships/slide" Target="/ppt/slides/slide6.xml" Id="Re5395f5a9c994abf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ab6bc927226b44b6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826e46824ee64114"/><Relationship Type="http://schemas.openxmlformats.org/officeDocument/2006/relationships/notesMaster" Target="/ppt/notesMasters/notesMaster1.xml" Id="Rda03622c08774974"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96bfec0df7a04c06"/><Relationship Type="http://schemas.openxmlformats.org/officeDocument/2006/relationships/notesMaster" Target="/ppt/notesMasters/notesMaster1.xml" Id="Rd546d07ae6b8470b"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904e0c791da84f62"/><Relationship Type="http://schemas.openxmlformats.org/officeDocument/2006/relationships/notesMaster" Target="/ppt/notesMasters/notesMaster1.xml" Id="R0a53448c63034aeb"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9c633456e9094f1b"/><Relationship Type="http://schemas.openxmlformats.org/officeDocument/2006/relationships/notesMaster" Target="/ppt/notesMasters/notesMaster1.xml" Id="Rfd1bd8e9fe2347ff"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a8408a0fb4df49ea"/><Relationship Type="http://schemas.openxmlformats.org/officeDocument/2006/relationships/notesMaster" Target="/ppt/notesMasters/notesMaster1.xml" Id="R4dd25757eaf64eee"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7dad2a5b9833495c"/><Relationship Type="http://schemas.openxmlformats.org/officeDocument/2006/relationships/notesMaster" Target="/ppt/notesMasters/notesMaster1.xml" Id="R3ca29297a25943c4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0d2f6b272ceb47b1"/></Relationships>
</file>

<file path=ppt/slideLayouts/_rels/slideLayout2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2f08b8ef97fa4ba6"/></Relationships>
</file>

<file path=ppt/slideLayouts/_rels/slideLayout3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4deb26988fe744fc"/></Relationships>
</file>

<file path=ppt/slideLayouts/_rels/slideLayout4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092a6d7ed0d74139"/></Relationships>
</file>

<file path=ppt/slideLayouts/_rels/slideLayout5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f0bef530c7fe4e7a"/></Relationships>
</file>

<file path=ppt/slideLayouts/_rels/slideLayout6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4070a1f3c1014865"/></Relationships>
</file>

<file path=ppt/slideLayouts/_rels/slideLayout7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84feea98fd2c42f9"/></Relationships>
</file>

<file path=ppt/slideLayouts/_rels/slideLayout8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528ff18b8b294bf5"/></Relationships>
</file>

<file path=ppt/slideLayouts/_rels/slideLayout9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3f9e311e60724b8e"/></Relationships>
</file>

<file path=ppt/slideLayouts/_rels/slideLayout10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8d8007f9ba8746de"/></Relationships>
</file>

<file path=ppt/slideLayouts/_rels/slideLayout1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33f16a551caf4e81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E4D3CF-4E13-4C30-A9A1-E575F43A011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331BD6B-1903-4A31-8E41-6E210AFBB8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4E0374D-430E-4EB7-8C27-BC43D3B464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B3F346-47A6-4C01-9369-883EA47371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F46D07-3E28-4610-BEF1-04CE83DE00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23B660-E727-46C0-A2F4-E5B9114F2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8DF2E36-05CC-4E74-B339-64D5CE9588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625E20-2CEB-4F49-B702-7E9DBC02F8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D2B9D8-8FBD-4761-9AB7-1BECFBE41B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BCD5E3-86CA-4130-8E12-C671A4E1A9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E80169-2DAF-4355-A11B-9590C6E436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C9C10B-0293-44C4-BD31-8ECD758A06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D896B7-346C-4170-B13E-C2AE8999C8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BBDC0E-2204-4A8A-A55A-3666C19DEA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E0D5D6-5B08-47A1-8B05-52BB020B41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66100A-974A-48EE-AA40-A63362289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82A0EA-78AD-400A-98B4-D0BB83D9CF3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217B1DC-6985-4C9A-B948-8334D5A4244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95B3B64-B664-4DFD-8795-CA9F805447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8A59F1-D51D-4B2B-BE14-2AC4400DC4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92E0980-7AE0-4142-B9FD-98128C05E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937663-D5E9-48F7-AB4C-9BFDFD3C5F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632418-2D5E-446C-86F4-AAEAF8A48A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7DBCD90-A36D-4861-8385-532FA329326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F15B0E5-C6E4-4140-BD83-7C2C1B19DA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5F0590D-6C1F-4C74-B489-A1FE3A36E3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7E280E-B475-450B-9BCE-0852B0F620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AD2F9EC-370C-4CBA-BBE0-3EE4197A9F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E30B355-52B1-4248-97C2-A0FA1ED2FE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79B774-8B64-490A-8601-D7768CDB7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1ED01B5-2F01-450D-9641-767E837489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F3137D2-12BD-45CD-B26C-1550565C0A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0B6CCFF-5C33-4E02-A1F4-4E0D66B90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81B73AE-0C27-4559-B44B-5F6D28B137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2D1ACD7-40F7-40D0-A4EA-DC7B669719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6A7E3E7-0086-4D24-B973-621E6BA1E9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BC12F5-64DA-4BE8-AC69-A05AC4BE3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77F076-3A5C-4833-A616-A2577C45CB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794CCCE-9596-453B-96C5-3693730615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A03374F-1F56-4DD3-834B-0DBD1B7424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61F916D-BA68-4A9A-8929-03A7D544BC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CA17659-9FBE-4EE3-B472-1C6F3BABF2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414CB3-CE8B-48BD-959F-8323F2830C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A5977C7-F9E1-4345-A9B2-24B3CBB6136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BC7D36F-3572-4B75-B304-6ACD021C5E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B78260C-1379-4716-B5A9-4FCF0184DD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74B1140-DD80-47D1-97AA-060CC28063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FA19993-E152-4291-A678-F2FB33EA00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CB6CA8-561C-44D2-BD87-68824B4355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0F98EEF-98EF-4283-8228-0359CF0403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1B6A7F-C8C1-4EC7-AF75-24C2DD6996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6A48D-B98E-4912-8133-0AC2DC9606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23950B-EBD7-4058-A6C4-0600683DE9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488029B-5039-4560-936A-D65DEBB76E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2E7F67-FA52-4C92-A717-F7A8CC5A21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E41518-8506-4C33-B9BC-505A33A5E6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A41480-5458-4A30-B88D-DF547960BF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77DCB8-C839-4A6A-A21E-F868777902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a4f81e323aaf40b9"/><Relationship Type="http://schemas.openxmlformats.org/officeDocument/2006/relationships/slideLayout" Target="/ppt/slideLayouts/slideLayout1.xml" Id="R3e805e9e2467456c"/><Relationship Type="http://schemas.openxmlformats.org/officeDocument/2006/relationships/slideLayout" Target="/ppt/slideLayouts/slideLayout2.xml" Id="Re0f825e5cbe2481e"/><Relationship Type="http://schemas.openxmlformats.org/officeDocument/2006/relationships/slideLayout" Target="/ppt/slideLayouts/slideLayout3.xml" Id="R77179825f3594d5d"/><Relationship Type="http://schemas.openxmlformats.org/officeDocument/2006/relationships/slideLayout" Target="/ppt/slideLayouts/slideLayout4.xml" Id="R1ce34bda6e2a4fb0"/><Relationship Type="http://schemas.openxmlformats.org/officeDocument/2006/relationships/slideLayout" Target="/ppt/slideLayouts/slideLayout5.xml" Id="Ra04e3ad52f444884"/><Relationship Type="http://schemas.openxmlformats.org/officeDocument/2006/relationships/slideLayout" Target="/ppt/slideLayouts/slideLayout6.xml" Id="R9b266c721e45495b"/><Relationship Type="http://schemas.openxmlformats.org/officeDocument/2006/relationships/slideLayout" Target="/ppt/slideLayouts/slideLayout7.xml" Id="R05dd9d1a108d406f"/><Relationship Type="http://schemas.openxmlformats.org/officeDocument/2006/relationships/slideLayout" Target="/ppt/slideLayouts/slideLayout8.xml" Id="R24bd8882d2694387"/><Relationship Type="http://schemas.openxmlformats.org/officeDocument/2006/relationships/slideLayout" Target="/ppt/slideLayouts/slideLayout9.xml" Id="R70f54c9a29514313"/><Relationship Type="http://schemas.openxmlformats.org/officeDocument/2006/relationships/slideLayout" Target="/ppt/slideLayouts/slideLayout10.xml" Id="Rbd90622bc55f4a53"/><Relationship Type="http://schemas.openxmlformats.org/officeDocument/2006/relationships/slideLayout" Target="/ppt/slideLayouts/slideLayout11.xml" Id="R741fc3ac089245f8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6BD7E9F-700D-4970-9A4B-F445666220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3C3935-940E-4447-80C6-6E832B64D7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63C446-9217-4357-9834-14949CBC930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C0C891-FB54-447D-BAFB-1C0E1F8EB5F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F8CF8B-A6B2-4478-9E5E-53CCF84FECB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805e9e2467456c"/>
    <p:sldLayoutId xmlns:r="http://schemas.openxmlformats.org/officeDocument/2006/relationships" id="2147483650" r:id="Re0f825e5cbe2481e"/>
    <p:sldLayoutId xmlns:r="http://schemas.openxmlformats.org/officeDocument/2006/relationships" id="2147483651" r:id="R77179825f3594d5d"/>
    <p:sldLayoutId xmlns:r="http://schemas.openxmlformats.org/officeDocument/2006/relationships" id="2147483652" r:id="R1ce34bda6e2a4fb0"/>
    <p:sldLayoutId xmlns:r="http://schemas.openxmlformats.org/officeDocument/2006/relationships" id="2147483653" r:id="Ra04e3ad52f444884"/>
    <p:sldLayoutId xmlns:r="http://schemas.openxmlformats.org/officeDocument/2006/relationships" id="2147483654" r:id="R9b266c721e45495b"/>
    <p:sldLayoutId xmlns:r="http://schemas.openxmlformats.org/officeDocument/2006/relationships" id="2147483655" r:id="R05dd9d1a108d406f"/>
    <p:sldLayoutId xmlns:r="http://schemas.openxmlformats.org/officeDocument/2006/relationships" id="2147483656" r:id="R24bd8882d2694387"/>
    <p:sldLayoutId xmlns:r="http://schemas.openxmlformats.org/officeDocument/2006/relationships" id="2147483657" r:id="R70f54c9a29514313"/>
    <p:sldLayoutId xmlns:r="http://schemas.openxmlformats.org/officeDocument/2006/relationships" id="2147483658" r:id="Rbd90622bc55f4a53"/>
    <p:sldLayoutId xmlns:r="http://schemas.openxmlformats.org/officeDocument/2006/relationships" id="2147483659" r:id="R741fc3ac089245f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7.xml" Id="Rb7714db57b3a42f8"/><Relationship Type="http://schemas.openxmlformats.org/officeDocument/2006/relationships/image" Target="/ppt/media/image.jpeg" Id="Ra39ad8636da742ba"/><Relationship Type="http://schemas.openxmlformats.org/officeDocument/2006/relationships/notesSlide" Target="/ppt/notesSlides/notesSlide1.xml" Id="Rf46d074550714449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7.xml" Id="R559cb57f668a41cc"/><Relationship Type="http://schemas.openxmlformats.org/officeDocument/2006/relationships/notesSlide" Target="/ppt/notesSlides/notesSlide2.xml" Id="Rd39031704f4f461e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7.xml" Id="Rce68872e6d624517"/><Relationship Type="http://schemas.openxmlformats.org/officeDocument/2006/relationships/image" Target="/ppt/media/image.jpeg" Id="R98a3524e86e24c1e"/><Relationship Type="http://schemas.openxmlformats.org/officeDocument/2006/relationships/image" Target="/ppt/media/image2.jpeg" Id="R27303f22ef1e413c"/><Relationship Type="http://schemas.openxmlformats.org/officeDocument/2006/relationships/image" Target="/ppt/media/image3.jpeg" Id="R04a3db71e12d4504"/><Relationship Type="http://schemas.openxmlformats.org/officeDocument/2006/relationships/notesSlide" Target="/ppt/notesSlides/notesSlide3.xml" Id="Ra5d40f8608d4413e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7.xml" Id="Rbd1b6576d69e4100"/><Relationship Type="http://schemas.openxmlformats.org/officeDocument/2006/relationships/notesSlide" Target="/ppt/notesSlides/notesSlide4.xml" Id="R2ebafbedbcf24684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7.xml" Id="R41de81488d914c2d"/><Relationship Type="http://schemas.openxmlformats.org/officeDocument/2006/relationships/image" Target="/ppt/media/image3.jpeg" Id="R4e1dd39ec738414b"/><Relationship Type="http://schemas.openxmlformats.org/officeDocument/2006/relationships/notesSlide" Target="/ppt/notesSlides/notesSlide5.xml" Id="R1ef0dd8c550e4345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7.xml" Id="R01ae395e85074ac3"/><Relationship Type="http://schemas.openxmlformats.org/officeDocument/2006/relationships/image" Target="/ppt/media/image2.jpeg" Id="Red251ce4aac748a5"/><Relationship Type="http://schemas.openxmlformats.org/officeDocument/2006/relationships/notesSlide" Target="/ppt/notesSlides/notesSlide6.xml" Id="R94a970513ca8428e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50EBFA-5779-468A-9EA7-14152AAC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0AAB55-9BC5-4F3B-8FA7-902B701C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066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C7AAC80-AE89-4A6F-9FE6-F4A69DE5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F3C1238-9000-4C2F-BA9E-34A37D33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6309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参赛作品简介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BCAE9EF-CA0F-41C2-BDD6-EAFF055B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6309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5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文件转换盒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8463909-55F3-4BDD-AE98-A72DD7C8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80360"/>
            <a:ext cx="6309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全离线 · 端侧多格式转换瑞士军刀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B00A5B6-EBED-4D53-AC72-1D6D8798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50292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8D306ED-9EA3-4E24-BE19-B06DE8E2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94560" cy="47548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757E562-3A42-4BC4-AC3C-96BA771A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9592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效率工具 / 办公学习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57C351-50D2-4610-B323-A01391F1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常新队 · 队长：易荛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47DCD8F-5D8E-4AA0-BB01-7C697A77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21808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湘潭理工学院 · 信息与计算科学 · 指导老师：徐畅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C75968A-3BD1-4613-A901-56E3C11D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87568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HarmonyOS · ArkTS / ArkUI · 2026年8月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377223E-E12A-4937-A48E-D020CD45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694944"/>
            <a:ext cx="2706624" cy="554653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ad8636da742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841248"/>
            <a:ext cx="2395728" cy="5253922"/>
          </a:xfrm>
          <a:prstGeom xmlns:a="http://schemas.openxmlformats.org/drawingml/2006/main" prst="roundRect">
            <a:avLst>
              <a:gd name="adj" fmla="val 6361"/>
            </a:avLst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463671A-15F5-4FBC-B8A3-9D3E18CF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6479218"/>
            <a:ext cx="30358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DevEco Studio 模拟器实测</a:t>
            </a:r>
          </a:p>
        </p:txBody>
      </p:sp>
    </p:spTree>
    <p:extLst>
      <p:ext uri="{BB962C8B-B14F-4D97-AF65-F5344CB8AC3E}">
        <p14:creationId xmlns:p14="http://schemas.microsoft.com/office/powerpoint/2010/main" val="12460203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D3C1B9-0069-4699-BECD-CA9FB728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509936-BA72-488E-86D3-F6CBBF84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作品概述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EB9C26-03D4-402E-85C1-6E7675F2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文件转换盒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54BA136-A836-47C0-B100-4DCF725D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9FA3078-EC02-41A7-9A39-2401B74F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C1F3569-C9F0-4847-8721-758CF8D6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创作背景与定位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DA58ACC-6408-4AB2-9BC9-A459837E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512064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日常办公学习中文件格式转换是高频需求，但现有工具要么需上传云端处理（隐私风险），要么需付费订阅，要么仅支持单一格式。我们做了一款全离线的格式转换瑞士军刀，覆盖图片、文档、视频、PDF、压缩包、单位换算等，所有转换在设备端完成，零网络权限，数据永不出设备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D1375D1-139E-423F-A461-5F7379B8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690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目标用户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213BD97-CD9A-49EE-AC35-3C449362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5120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所有需文件格式转换的群体——学生/职场人/自媒体，高频刚需场景覆盖广。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ADBCE55-D472-4EFE-8673-EBC75DAD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5120640" cy="777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9FC2E5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9568767-7112-4353-B0CA-DDC72EC5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96128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「 全离线多格式转换瑞士军刀，图片/文档/视频/PDF/压缩一站搞定，零网络权限数据不出设备。 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B4B2E18-406E-4404-B9EA-E3FAD214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258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技术架构一览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7ADB2B8-EB5E-4A30-ADFE-C06DBEC6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83080"/>
            <a:ext cx="5230368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5A89AB9-977F-4DE3-A915-2A6590FD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38528"/>
            <a:ext cx="4800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EngineRegistry插件化引擎架构 + FilePicker免权限访问 + 自研BmpEncoder/TextEngine端侧处理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BB19CCA-93EE-44B8-BEED-7C9C7F45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880360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26510C9-6D59-4330-9F03-DEC45441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962656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开发框架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5B966CA-3BE2-4060-8FA1-3BAE4D74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880360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05C257-ACD1-43E1-8E1A-D8FD734C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962656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HarmonyOS ArkTS / ArkUI 声明式开发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D77CEDD3-EA12-4331-BBDD-44FEA754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447288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71297CB-9D79-401C-96CF-0B801F90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2958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API 基线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997899-3ADF-4932-9C09-ECB443A2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447288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1AE39A8-ED7F-4FD3-980F-DB9EBF26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529584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HarmonyOS API 24（6.1.1）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49C75CA-E86B-47C8-AEBE-99C33EE5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14215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6C581EF-CA7E-453D-8AA7-57AEF43F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96511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设备适配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AC7AAB6D-6F98-4059-8B32-EE2E15A8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014215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CA55F1B-8AAD-4884-8FFE-13497521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096511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手机 / 平板 / 2in1 一多适配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F883451E-62C0-48F8-AA4F-D17DBBAB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81144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8229DD0-3E0F-4F75-9AEC-87985CAC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6634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隐私安全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72966B63-EB7C-4329-8A69-FF1E4801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581144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2104DD2-E199-4242-A9B2-77ADD331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6634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全离线运行，最小化权限申请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2EA2D69-0414-4936-B60C-603E9EDE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230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特性关键词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CD223D35-533E-42D0-9A10-8C574320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79008"/>
            <a:ext cx="1060704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191EAED-30AC-42E3-A533-0FE693AA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47588"/>
            <a:ext cx="10607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零网络权限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43E0AEC0-BCD8-4896-9BBF-117A7B15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5779008"/>
            <a:ext cx="903427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F02A8115-F308-4F97-8EEA-7384D4E7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5847588"/>
            <a:ext cx="90342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端侧转换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46972517-B6C8-47E8-B770-0DE9BB8D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387" y="5779008"/>
            <a:ext cx="1060704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D12F1BF-E128-4A66-98EC-A336F842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387" y="5847588"/>
            <a:ext cx="10607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插件化引擎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008566FF-268E-46BE-9545-D8953EC0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819" y="5779008"/>
            <a:ext cx="1217980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D1D952F-3683-4ED4-BAFC-8663DD2C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819" y="5847588"/>
            <a:ext cx="1217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数据不出设备</a:t>
            </a:r>
          </a:p>
        </p:txBody>
      </p:sp>
    </p:spTree>
    <p:extLst>
      <p:ext uri="{BB962C8B-B14F-4D97-AF65-F5344CB8AC3E}">
        <p14:creationId xmlns:p14="http://schemas.microsoft.com/office/powerpoint/2010/main" val="7521551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6B7AA91-C6BE-4EFC-99BE-79D76342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57EC714-321E-4F49-B629-21B69BEC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核心功能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21F9B5-9AAB-405B-96FC-E70D96B1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文件转换盒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7B44985-CA81-4ED8-9EE4-98EA9C6C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3FEDB2E-A986-43AE-B2AC-42F88A92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3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6F29BB3-128A-4644-A44F-99309328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623560" cy="4983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① 一站式工具箱总览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FunctionTile响应式网格（手机2列/平板3列/2in1 4列）统一操作范式，首页一眼直达全部转换功能。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② 图片转换 + 图片工具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PNG/JPG/JPEG/WEBP/BMP五种格式互转，ImageConvertService设备端处理；图片工具支持缩放、裁剪和颜色提取。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③ 档案与时间 + 单位换算器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重量/长度/温度/面积/体积五类单位换算，ZIP压缩/解压与时区转换，EngineRegistry架构支持格式即插即用扩展。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▪ 文档转换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TXT/CSV/JSON/XML/HTML/Markdown六种格式互转，JsonConverter/CsvConverter/XmlConverter等独立转换器实现。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▪ 视频转换 + 音频转换 + PDF工具箱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VideoRemuxService实现MOV→MP4零损重封装、AAC音轨提取为M4A；PdfGenerator/PdfTextExtractor/WordGenerator/MarkdownConverter组成PDF全能处理链。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B853CD5-A8C7-4AF4-9C09-5E641A3D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234440"/>
            <a:ext cx="5029200" cy="4937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F0F6209-D2CD-4A36-AF5A-873F29C0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389888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实机运行效果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221A0F6-9FF3-4B1D-977B-7C89CE4C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17320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DevEco Studio 模拟器</a:t>
            </a:r>
          </a:p>
        </p:txBody>
      </p:sp>
      <p:pic>
        <p:nvPicPr>
          <p:cNvPr id="3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3524e86e24c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67728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84C6F33B-3E7E-4D4A-AF8C-FAE0C18E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3EF431C-9BF1-40B3-8418-DAC67EFD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7F77F4C-C373-4C82-873A-D9564FFF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首页·功能总览</a:t>
            </a:r>
          </a:p>
        </p:txBody>
      </p:sp>
      <p:pic>
        <p:nvPicPr>
          <p:cNvPr id="40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03f22ef1e41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86216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F3B0EDC0-45B7-4505-B963-7ED4DE16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8C3B149-0606-4CAD-9235-397370DD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4AB2032-C033-4A23-91A3-EF67270D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图片格式转换</a:t>
            </a:r>
          </a:p>
        </p:txBody>
      </p:sp>
      <p:pic>
        <p:nvPicPr>
          <p:cNvPr id="44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3db71e12d45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04704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6D6CAF90-C2B6-4907-90F3-0540556F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424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1929699-AE2B-4536-813C-19A7E7C2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CE33B8E-55B2-4981-85E2-45F0015E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单位换算器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4961617-C131-48C8-8210-75E425D6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742432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※ 编号与左侧功能点一一对应，均为真实运行界面</a:t>
            </a:r>
          </a:p>
        </p:txBody>
      </p:sp>
    </p:spTree>
    <p:extLst>
      <p:ext uri="{BB962C8B-B14F-4D97-AF65-F5344CB8AC3E}">
        <p14:creationId xmlns:p14="http://schemas.microsoft.com/office/powerpoint/2010/main" val="9785466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376C5FD-CFCC-4535-9DA6-2EAF9F23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3F08EB-8DDE-4F56-B841-62E29717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技术实现与鸿蒙特性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CC82A63-B0AA-4BAC-A1F9-73503E87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文件转换盒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D681A32-0684-4944-93CD-DCA98F20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844FE8C-D1A0-444B-BB38-356B8F76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4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3D4359-7820-4A80-98BD-3188B783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鸿蒙原生能力应用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F91D406-91D6-4915-8CC9-07482B84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19656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EE2CBFA-37EF-4478-AC3D-74B16DDC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37360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深度使用鸿蒙系统文件选择器API（FilePickerService），实现免权限安全文件访问。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312E6FF-B366-4734-BEE6-E2CF82CD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98648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DA974AC-0372-4ABF-BEEA-292BB61B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16352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ArkUI声明式框架构建ConvertProgressBar实时进度+ConvertResultList结果展示+StatusPanel状态面板。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A8D521E-1C56-4CE1-BA36-D12A2ABB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39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AB807A9-F055-4BA6-AD01-6896C2FF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95344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适配phone/tablet/2in1三种设备形态，断点系统实现一次开发多端部署。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CC6400E-2317-4739-86FE-436F3DA3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56631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DE636FC-EC89-4461-B21C-5E6A62F4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74336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NativeTextEngine本地文本处理引擎，BmpEncoder自研编码器，全部转换逻辑设备端完成。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7CFECB9-7067-407A-A47F-C61342BF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737360"/>
            <a:ext cx="4983480" cy="24688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EBA1409-C5B3-4121-BF34-21A7D41C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920240"/>
            <a:ext cx="4434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关键模块架构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A4BE648-4604-47F1-801C-E64AE186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331720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D3381CD-6088-4F56-814B-EB3AC354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372868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一站式工具箱总览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839C36A-2411-43E4-BAD8-A0F4B1C6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9747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8FEF6C4-EF03-406C-9AE4-0930D02C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3862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图片格式互转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96ED7CF2-6834-4E49-B69C-090E21CB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6323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F729934-B99F-4A19-9CB2-086E528E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10438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档案与时间 + 单位换算器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36AC68B5-A1D3-4B71-93B1-6237615F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42899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E630378-962E-412F-9DD2-1B127917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47014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文档格式互转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00DF39BA-1A77-44CE-BA05-91F68070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75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7854550B-68B8-466E-8663-86199C4A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83590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视频无损+PDF工具箱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7D30322-B878-4002-8597-15741AD8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434840"/>
            <a:ext cx="4983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工程质量保障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437C5B52-BC91-4DA9-AD97-8A9C1891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846320"/>
            <a:ext cx="4983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9FC2E5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55CC549-2467-4B9F-8E65-3CAF478A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010912"/>
            <a:ext cx="4526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状态机驱动核心交互逻辑，输入实时校验防错，深浅色主题与多断点适配，全部数据本地持久化可恢复。</a:t>
            </a:r>
          </a:p>
        </p:txBody>
      </p:sp>
    </p:spTree>
    <p:extLst>
      <p:ext uri="{BB962C8B-B14F-4D97-AF65-F5344CB8AC3E}">
        <p14:creationId xmlns:p14="http://schemas.microsoft.com/office/powerpoint/2010/main" val="9111772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BCFD5F-EBF6-454A-BB7E-92D06F61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05ACF6A-4B6A-46B7-81C8-C833E40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创新亮点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D6F4278-971A-4EF3-BAC6-826E4C47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文件转换盒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A03CBE5-C1DF-446E-AED8-9F82EDEF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BA18369-CFF7-437E-94E7-11814B12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5 / 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072D338-316F-427F-822D-FC1DF9CF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98448"/>
            <a:ext cx="1092708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507DB32-12FD-43E1-A17D-ED91E591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44752"/>
            <a:ext cx="10378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「 全离线多格式转换瑞士军刀，图片/文档/视频/PDF/压缩一站搞定，零网络权限数据不出设备。 」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F98898D-E1F6-4D80-BA4C-66717F89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95728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8212ADA-75AB-41B2-8367-66EDCFD4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15184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578C530-1E77-4D8C-8B6D-697FF4D6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395728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7A802B8-9EDB-408D-86CD-92596C8B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395728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自研EngineRegistry引擎注册架构+DocumentMatrix转换矩阵，自动推导可用目标格式，新格式扩展注册即生效。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BB79AD5-6434-48E2-94B6-FF8D211F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7B07647-18D6-4AFB-B304-AC3076B8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02736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B31491A-3AA6-423E-A51B-09364320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383280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5E2D8A-D927-43D0-970E-0CC1309D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383280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响应式网格布局（手机2列/平板3列/2in1设备4列），FunctionTile网格卡片+统一操作范式。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0EF8657-C1D8-48CD-A117-098DF058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41AAC46-92FE-483A-B7F4-E625FA3F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90288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08067D14-A757-434E-AD32-08519934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370832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9874F77-6B72-47F0-9CC4-6A51B795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370832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极简权限设计——仅使用系统FilePickerService临时授权，无常驻存储/网络权限，用完即止。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2F93539-7222-4205-8B6E-8E8D67EA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68112"/>
            <a:ext cx="7589520" cy="56692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9FC2E5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4439106-061A-43F9-81B2-0A09E4A5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59552"/>
            <a:ext cx="7132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动画、反馈与统计均为真实功能，DevEco Studio 模拟器与真机上均可稳定复现。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C800E885-D237-4D08-85CA-C5137AFE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298448"/>
            <a:ext cx="2103120" cy="4846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2C1BD14-378F-4086-8564-38729FE6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44752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实机验证</a:t>
            </a:r>
          </a:p>
        </p:txBody>
      </p:sp>
      <p:pic>
        <p:nvPicPr>
          <p:cNvPr id="52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dd39ec73841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8360" y="1810512"/>
            <a:ext cx="1737360" cy="3810096"/>
          </a:xfrm>
          <a:prstGeom xmlns:a="http://schemas.openxmlformats.org/drawingml/2006/main" prst="roundRect">
            <a:avLst>
              <a:gd name="adj" fmla="val 8772"/>
            </a:avLst>
          </a:prstGeom>
        </p:spPr>
      </p:pic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4DCDBE44-3F26-4B43-B4E8-85BE7F74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779008"/>
            <a:ext cx="164592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10A966D-4A52-4BCD-8EB2-A5BE9AE5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838444"/>
            <a:ext cx="1645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单位换算器</a:t>
            </a:r>
          </a:p>
        </p:txBody>
      </p:sp>
    </p:spTree>
    <p:extLst>
      <p:ext uri="{BB962C8B-B14F-4D97-AF65-F5344CB8AC3E}">
        <p14:creationId xmlns:p14="http://schemas.microsoft.com/office/powerpoint/2010/main" val="12784359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1AB910-A6CE-40B2-8168-EAC03A9E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8307CD-85D8-4CD8-A91D-A637BA9D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应用价值与展望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CBFB7E9-6779-4DF2-B6FD-55534E79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文件转换盒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6BC5477-CBE9-4AC3-97D8-432C6942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5114465-6812-45BB-834D-714F0051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6 / 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A7F0B72-35C4-432C-85E6-9C364959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349240" cy="4800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AE9C248-DA67-4912-B767-2C502599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655064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EE22D3F-5E64-450E-9B60-5D7BB2BB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627632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用户价值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8B56B74-F8D4-4B52-BD5A-35971C5E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29968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所有需文件格式转换的群体——学生/职场人/自媒体，高频刚需场景覆盖广。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764B7E1-598F-478C-AF58-E4008292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79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EDBF535-AB28-4C8B-874D-F6B1EF84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12724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用户反馈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008B12-B4E6-4A21-A2E1-51622FBD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529584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一站式多格式覆盖省去安装多个APP的麻烦，离线安全特性获隐私敏感用户高度认可。用户评价：免费、好用。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957A98C-ECDE-438D-9829-0D3C3F35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54296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5AADBED-7396-4C82-B169-97590FFE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626864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商业前景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052AF8D-A4B4-4DF1-83C8-DFD49815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029200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可通过批量转换/大文件处理等高级功能订阅变现；“零上传”隐私优势在企业市场有强吸引力。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6C0AEA99-A494-4D5B-B9BA-B852CD50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3017520" cy="21488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6FB480B-1AB2-448C-8459-DEAFCCF7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81328"/>
            <a:ext cx="2606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未来展望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37B7D1F-BEEC-407B-B09F-8E649F5F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83664"/>
            <a:ext cx="260604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视频格式覆盖尚有限，后续版本将持续扩展更多音视频容器与编码格式。
我们将持续迭代体验、扩充内容生态，并借助鸿蒙多设备与AI能力升级产品。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7D30E91C-8867-48B4-9D72-30A6A7E2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03320"/>
            <a:ext cx="3017520" cy="24231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D9262F-84A7-466D-B9DD-22374018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58768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团队信息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09176EF-C8CA-43FA-88B0-C59FAFE0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325112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FC765C8-091B-4F46-AEAA-7C1C6CC2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242816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常新队 · 队长：易荛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E3A60AD-F21C-427C-AA23-AD7CD84C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718303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7AD0202-6386-4574-9792-688C3BD4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636007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湘潭理工学院 · 信息与计算科学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5FDE999-D483-4EA2-8E7E-FC57239F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111495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69283E6-01D6-4E17-8295-B9E41531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029199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指导老师：徐畅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5926239-F6FC-43F2-805A-DBEE60EB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504687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F256F32-B3A0-4F71-9824-14FDDD4E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22391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参赛时间：2026年8月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A135592-FCD9-4CFC-AA76-A697184B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97879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67ABE4D1-13A1-41F3-93D4-E387E1C4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815583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联系方式：13367425801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A2FFB7E0-A683-465B-B516-A2C29EC1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325880"/>
            <a:ext cx="2057400" cy="4800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FB835BC-8E21-4213-8B9E-8666B8DC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63040"/>
            <a:ext cx="187451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界面一览</a:t>
            </a:r>
          </a:p>
        </p:txBody>
      </p:sp>
      <p:pic>
        <p:nvPicPr>
          <p:cNvPr id="71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51ce4aac748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06940" y="1810512"/>
            <a:ext cx="1737360" cy="3810096"/>
          </a:xfrm>
          <a:prstGeom xmlns:a="http://schemas.openxmlformats.org/drawingml/2006/main" prst="roundRect">
            <a:avLst>
              <a:gd name="adj" fmla="val 8772"/>
            </a:avLst>
          </a:prstGeom>
        </p:spPr>
      </p:pic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195E60F5-A090-4C2C-92F7-8D4F64DC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650992"/>
            <a:ext cx="173736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AEFFC28-61C7-4C30-86B7-45E8378D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710428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图片格式转换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9EE1FC1-3F70-43D9-9CA4-48AC97AD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文件转换盒 · 参赛作品简介</a:t>
            </a:r>
          </a:p>
        </p:txBody>
      </p:sp>
    </p:spTree>
    <p:extLst>
      <p:ext uri="{BB962C8B-B14F-4D97-AF65-F5344CB8AC3E}">
        <p14:creationId xmlns:p14="http://schemas.microsoft.com/office/powerpoint/2010/main" val="157965805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2026-08-21T02:52:14.9270000Z</dcterms:created>
  <dcterms:modified xsi:type="dcterms:W3CDTF">2026-08-21T02:52:14.9270000Z</dcterms:modified>
</coreProperties>
</file>